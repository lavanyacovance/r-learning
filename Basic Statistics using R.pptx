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305" r:id="rId5"/>
    <p:sldId id="266" r:id="rId6"/>
    <p:sldId id="306" r:id="rId7"/>
    <p:sldId id="313" r:id="rId8"/>
    <p:sldId id="308" r:id="rId9"/>
    <p:sldId id="314" r:id="rId10"/>
    <p:sldId id="315" r:id="rId11"/>
    <p:sldId id="316" r:id="rId12"/>
    <p:sldId id="317" r:id="rId13"/>
    <p:sldId id="318" r:id="rId14"/>
    <p:sldId id="319" r:id="rId15"/>
    <p:sldId id="320" r:id="rId16"/>
    <p:sldId id="261"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indows User" initials="JM" lastIdx="5" clrIdx="0"/>
  <p:cmAuthor id="1" name="Beth Anne McPheeters" initials="BAM" lastIdx="1" clrIdx="1"/>
  <p:cmAuthor id="2" name="lindsay becker" initials="lb" lastIdx="1" clrIdx="2">
    <p:extLst>
      <p:ext uri="{19B8F6BF-5375-455C-9EA6-DF929625EA0E}">
        <p15:presenceInfo xmlns:p15="http://schemas.microsoft.com/office/powerpoint/2012/main" userId="97cb44945183c25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C5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4F609C-C2C9-4FAF-AC0C-D1D3ABEFE4D1}" v="167" dt="2023-05-25T11:47:44.1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70" autoAdjust="0"/>
    <p:restoredTop sz="99887" autoAdjust="0"/>
  </p:normalViewPr>
  <p:slideViewPr>
    <p:cSldViewPr snapToGrid="0" snapToObjects="1">
      <p:cViewPr varScale="1">
        <p:scale>
          <a:sx n="96" d="100"/>
          <a:sy n="96" d="100"/>
        </p:scale>
        <p:origin x="812" y="64"/>
      </p:cViewPr>
      <p:guideLst>
        <p:guide orient="horz" pos="78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83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ddam, Linga Reddy" userId="7ab61b1f-efd3-4817-9cc2-fd80850e75c2" providerId="ADAL" clId="{424F609C-C2C9-4FAF-AC0C-D1D3ABEFE4D1}"/>
    <pc:docChg chg="undo redo custSel addSld delSld modSld">
      <pc:chgData name="Baddam, Linga Reddy" userId="7ab61b1f-efd3-4817-9cc2-fd80850e75c2" providerId="ADAL" clId="{424F609C-C2C9-4FAF-AC0C-D1D3ABEFE4D1}" dt="2023-05-25T11:56:13.300" v="1615" actId="20577"/>
      <pc:docMkLst>
        <pc:docMk/>
      </pc:docMkLst>
      <pc:sldChg chg="modSp mod">
        <pc:chgData name="Baddam, Linga Reddy" userId="7ab61b1f-efd3-4817-9cc2-fd80850e75c2" providerId="ADAL" clId="{424F609C-C2C9-4FAF-AC0C-D1D3ABEFE4D1}" dt="2023-05-25T11:48:21.834" v="1570" actId="20577"/>
        <pc:sldMkLst>
          <pc:docMk/>
          <pc:sldMk cId="4141268960" sldId="266"/>
        </pc:sldMkLst>
        <pc:spChg chg="mod">
          <ac:chgData name="Baddam, Linga Reddy" userId="7ab61b1f-efd3-4817-9cc2-fd80850e75c2" providerId="ADAL" clId="{424F609C-C2C9-4FAF-AC0C-D1D3ABEFE4D1}" dt="2023-05-25T11:48:21.834" v="1570" actId="20577"/>
          <ac:spMkLst>
            <pc:docMk/>
            <pc:sldMk cId="4141268960" sldId="266"/>
            <ac:spMk id="5" creationId="{00000000-0000-0000-0000-000000000000}"/>
          </ac:spMkLst>
        </pc:spChg>
      </pc:sldChg>
      <pc:sldChg chg="modSp add del mod">
        <pc:chgData name="Baddam, Linga Reddy" userId="7ab61b1f-efd3-4817-9cc2-fd80850e75c2" providerId="ADAL" clId="{424F609C-C2C9-4FAF-AC0C-D1D3ABEFE4D1}" dt="2023-05-24T12:45:22.547" v="168" actId="2696"/>
        <pc:sldMkLst>
          <pc:docMk/>
          <pc:sldMk cId="1897443458" sldId="276"/>
        </pc:sldMkLst>
        <pc:spChg chg="mod">
          <ac:chgData name="Baddam, Linga Reddy" userId="7ab61b1f-efd3-4817-9cc2-fd80850e75c2" providerId="ADAL" clId="{424F609C-C2C9-4FAF-AC0C-D1D3ABEFE4D1}" dt="2023-05-24T08:21:46.130" v="67"/>
          <ac:spMkLst>
            <pc:docMk/>
            <pc:sldMk cId="1897443458" sldId="276"/>
            <ac:spMk id="6" creationId="{00000000-0000-0000-0000-000000000000}"/>
          </ac:spMkLst>
        </pc:spChg>
        <pc:spChg chg="mod">
          <ac:chgData name="Baddam, Linga Reddy" userId="7ab61b1f-efd3-4817-9cc2-fd80850e75c2" providerId="ADAL" clId="{424F609C-C2C9-4FAF-AC0C-D1D3ABEFE4D1}" dt="2023-05-24T08:59:13.375" v="73"/>
          <ac:spMkLst>
            <pc:docMk/>
            <pc:sldMk cId="1897443458" sldId="276"/>
            <ac:spMk id="7" creationId="{00000000-0000-0000-0000-000000000000}"/>
          </ac:spMkLst>
        </pc:spChg>
      </pc:sldChg>
      <pc:sldChg chg="modSp mod">
        <pc:chgData name="Baddam, Linga Reddy" userId="7ab61b1f-efd3-4817-9cc2-fd80850e75c2" providerId="ADAL" clId="{424F609C-C2C9-4FAF-AC0C-D1D3ABEFE4D1}" dt="2023-05-24T07:18:57.029" v="48" actId="20577"/>
        <pc:sldMkLst>
          <pc:docMk/>
          <pc:sldMk cId="154320667" sldId="305"/>
        </pc:sldMkLst>
        <pc:spChg chg="mod">
          <ac:chgData name="Baddam, Linga Reddy" userId="7ab61b1f-efd3-4817-9cc2-fd80850e75c2" providerId="ADAL" clId="{424F609C-C2C9-4FAF-AC0C-D1D3ABEFE4D1}" dt="2023-05-24T07:18:57.029" v="48" actId="20577"/>
          <ac:spMkLst>
            <pc:docMk/>
            <pc:sldMk cId="154320667" sldId="305"/>
            <ac:spMk id="2" creationId="{00000000-0000-0000-0000-000000000000}"/>
          </ac:spMkLst>
        </pc:spChg>
      </pc:sldChg>
      <pc:sldChg chg="addSp delSp modSp mod modClrScheme chgLayout">
        <pc:chgData name="Baddam, Linga Reddy" userId="7ab61b1f-efd3-4817-9cc2-fd80850e75c2" providerId="ADAL" clId="{424F609C-C2C9-4FAF-AC0C-D1D3ABEFE4D1}" dt="2023-05-25T11:55:37.317" v="1597"/>
        <pc:sldMkLst>
          <pc:docMk/>
          <pc:sldMk cId="1271370141" sldId="306"/>
        </pc:sldMkLst>
        <pc:spChg chg="mod ord">
          <ac:chgData name="Baddam, Linga Reddy" userId="7ab61b1f-efd3-4817-9cc2-fd80850e75c2" providerId="ADAL" clId="{424F609C-C2C9-4FAF-AC0C-D1D3ABEFE4D1}" dt="2023-05-25T11:55:37.317" v="1597"/>
          <ac:spMkLst>
            <pc:docMk/>
            <pc:sldMk cId="1271370141" sldId="306"/>
            <ac:spMk id="2" creationId="{00000000-0000-0000-0000-000000000000}"/>
          </ac:spMkLst>
        </pc:spChg>
        <pc:spChg chg="mod">
          <ac:chgData name="Baddam, Linga Reddy" userId="7ab61b1f-efd3-4817-9cc2-fd80850e75c2" providerId="ADAL" clId="{424F609C-C2C9-4FAF-AC0C-D1D3ABEFE4D1}" dt="2023-05-25T10:14:56.935" v="186" actId="26606"/>
          <ac:spMkLst>
            <pc:docMk/>
            <pc:sldMk cId="1271370141" sldId="306"/>
            <ac:spMk id="5" creationId="{00000000-0000-0000-0000-000000000000}"/>
          </ac:spMkLst>
        </pc:spChg>
        <pc:spChg chg="add del mod">
          <ac:chgData name="Baddam, Linga Reddy" userId="7ab61b1f-efd3-4817-9cc2-fd80850e75c2" providerId="ADAL" clId="{424F609C-C2C9-4FAF-AC0C-D1D3ABEFE4D1}" dt="2023-05-25T10:14:26.527" v="178" actId="26606"/>
          <ac:spMkLst>
            <pc:docMk/>
            <pc:sldMk cId="1271370141" sldId="306"/>
            <ac:spMk id="12" creationId="{D863862A-31AD-C604-EDDC-C493001ED388}"/>
          </ac:spMkLst>
        </pc:spChg>
        <pc:picChg chg="add del mod">
          <ac:chgData name="Baddam, Linga Reddy" userId="7ab61b1f-efd3-4817-9cc2-fd80850e75c2" providerId="ADAL" clId="{424F609C-C2C9-4FAF-AC0C-D1D3ABEFE4D1}" dt="2023-05-25T10:13:53.029" v="174" actId="478"/>
          <ac:picMkLst>
            <pc:docMk/>
            <pc:sldMk cId="1271370141" sldId="306"/>
            <ac:picMk id="4" creationId="{1224FD93-6E79-2BFD-411C-630133FE56C8}"/>
          </ac:picMkLst>
        </pc:picChg>
        <pc:picChg chg="add mod">
          <ac:chgData name="Baddam, Linga Reddy" userId="7ab61b1f-efd3-4817-9cc2-fd80850e75c2" providerId="ADAL" clId="{424F609C-C2C9-4FAF-AC0C-D1D3ABEFE4D1}" dt="2023-05-25T10:15:15.104" v="273" actId="14100"/>
          <ac:picMkLst>
            <pc:docMk/>
            <pc:sldMk cId="1271370141" sldId="306"/>
            <ac:picMk id="7" creationId="{404C2A4B-4EA6-4FE1-F101-453554F1E111}"/>
          </ac:picMkLst>
        </pc:picChg>
      </pc:sldChg>
      <pc:sldChg chg="del">
        <pc:chgData name="Baddam, Linga Reddy" userId="7ab61b1f-efd3-4817-9cc2-fd80850e75c2" providerId="ADAL" clId="{424F609C-C2C9-4FAF-AC0C-D1D3ABEFE4D1}" dt="2023-05-25T10:15:22.853" v="274" actId="2696"/>
        <pc:sldMkLst>
          <pc:docMk/>
          <pc:sldMk cId="1328601642" sldId="307"/>
        </pc:sldMkLst>
      </pc:sldChg>
      <pc:sldChg chg="addSp delSp modSp mod">
        <pc:chgData name="Baddam, Linga Reddy" userId="7ab61b1f-efd3-4817-9cc2-fd80850e75c2" providerId="ADAL" clId="{424F609C-C2C9-4FAF-AC0C-D1D3ABEFE4D1}" dt="2023-05-25T11:56:13.300" v="1615" actId="20577"/>
        <pc:sldMkLst>
          <pc:docMk/>
          <pc:sldMk cId="1069350161" sldId="308"/>
        </pc:sldMkLst>
        <pc:spChg chg="mod">
          <ac:chgData name="Baddam, Linga Reddy" userId="7ab61b1f-efd3-4817-9cc2-fd80850e75c2" providerId="ADAL" clId="{424F609C-C2C9-4FAF-AC0C-D1D3ABEFE4D1}" dt="2023-05-25T11:56:13.300" v="1615" actId="20577"/>
          <ac:spMkLst>
            <pc:docMk/>
            <pc:sldMk cId="1069350161" sldId="308"/>
            <ac:spMk id="2" creationId="{00000000-0000-0000-0000-000000000000}"/>
          </ac:spMkLst>
        </pc:spChg>
        <pc:spChg chg="add del mod">
          <ac:chgData name="Baddam, Linga Reddy" userId="7ab61b1f-efd3-4817-9cc2-fd80850e75c2" providerId="ADAL" clId="{424F609C-C2C9-4FAF-AC0C-D1D3ABEFE4D1}" dt="2023-05-25T10:35:32.526" v="411" actId="108"/>
          <ac:spMkLst>
            <pc:docMk/>
            <pc:sldMk cId="1069350161" sldId="308"/>
            <ac:spMk id="5" creationId="{00000000-0000-0000-0000-000000000000}"/>
          </ac:spMkLst>
        </pc:spChg>
        <pc:picChg chg="add del mod ord">
          <ac:chgData name="Baddam, Linga Reddy" userId="7ab61b1f-efd3-4817-9cc2-fd80850e75c2" providerId="ADAL" clId="{424F609C-C2C9-4FAF-AC0C-D1D3ABEFE4D1}" dt="2023-05-25T10:30:56.202" v="373" actId="22"/>
          <ac:picMkLst>
            <pc:docMk/>
            <pc:sldMk cId="1069350161" sldId="308"/>
            <ac:picMk id="4" creationId="{DCA89712-63E4-D536-E77D-412315AD0AB7}"/>
          </ac:picMkLst>
        </pc:picChg>
      </pc:sldChg>
      <pc:sldChg chg="del">
        <pc:chgData name="Baddam, Linga Reddy" userId="7ab61b1f-efd3-4817-9cc2-fd80850e75c2" providerId="ADAL" clId="{424F609C-C2C9-4FAF-AC0C-D1D3ABEFE4D1}" dt="2023-05-25T10:35:57.343" v="413" actId="2696"/>
        <pc:sldMkLst>
          <pc:docMk/>
          <pc:sldMk cId="3818569915" sldId="309"/>
        </pc:sldMkLst>
      </pc:sldChg>
      <pc:sldChg chg="del">
        <pc:chgData name="Baddam, Linga Reddy" userId="7ab61b1f-efd3-4817-9cc2-fd80850e75c2" providerId="ADAL" clId="{424F609C-C2C9-4FAF-AC0C-D1D3ABEFE4D1}" dt="2023-05-25T10:36:04.628" v="414" actId="2696"/>
        <pc:sldMkLst>
          <pc:docMk/>
          <pc:sldMk cId="1696078696" sldId="310"/>
        </pc:sldMkLst>
      </pc:sldChg>
      <pc:sldChg chg="del">
        <pc:chgData name="Baddam, Linga Reddy" userId="7ab61b1f-efd3-4817-9cc2-fd80850e75c2" providerId="ADAL" clId="{424F609C-C2C9-4FAF-AC0C-D1D3ABEFE4D1}" dt="2023-05-25T10:36:09.345" v="415" actId="2696"/>
        <pc:sldMkLst>
          <pc:docMk/>
          <pc:sldMk cId="1509849940" sldId="311"/>
        </pc:sldMkLst>
      </pc:sldChg>
      <pc:sldChg chg="del">
        <pc:chgData name="Baddam, Linga Reddy" userId="7ab61b1f-efd3-4817-9cc2-fd80850e75c2" providerId="ADAL" clId="{424F609C-C2C9-4FAF-AC0C-D1D3ABEFE4D1}" dt="2023-05-25T10:36:34.142" v="416" actId="2696"/>
        <pc:sldMkLst>
          <pc:docMk/>
          <pc:sldMk cId="4201260928" sldId="312"/>
        </pc:sldMkLst>
      </pc:sldChg>
      <pc:sldChg chg="addSp delSp modSp add mod">
        <pc:chgData name="Baddam, Linga Reddy" userId="7ab61b1f-efd3-4817-9cc2-fd80850e75c2" providerId="ADAL" clId="{424F609C-C2C9-4FAF-AC0C-D1D3ABEFE4D1}" dt="2023-05-25T11:55:45.126" v="1602"/>
        <pc:sldMkLst>
          <pc:docMk/>
          <pc:sldMk cId="2015408360" sldId="313"/>
        </pc:sldMkLst>
        <pc:spChg chg="mod">
          <ac:chgData name="Baddam, Linga Reddy" userId="7ab61b1f-efd3-4817-9cc2-fd80850e75c2" providerId="ADAL" clId="{424F609C-C2C9-4FAF-AC0C-D1D3ABEFE4D1}" dt="2023-05-25T11:55:45.126" v="1602"/>
          <ac:spMkLst>
            <pc:docMk/>
            <pc:sldMk cId="2015408360" sldId="313"/>
            <ac:spMk id="2" creationId="{00000000-0000-0000-0000-000000000000}"/>
          </ac:spMkLst>
        </pc:spChg>
        <pc:spChg chg="mod">
          <ac:chgData name="Baddam, Linga Reddy" userId="7ab61b1f-efd3-4817-9cc2-fd80850e75c2" providerId="ADAL" clId="{424F609C-C2C9-4FAF-AC0C-D1D3ABEFE4D1}" dt="2023-05-25T10:17:20.354" v="296" actId="404"/>
          <ac:spMkLst>
            <pc:docMk/>
            <pc:sldMk cId="2015408360" sldId="313"/>
            <ac:spMk id="5" creationId="{00000000-0000-0000-0000-000000000000}"/>
          </ac:spMkLst>
        </pc:spChg>
        <pc:picChg chg="add del">
          <ac:chgData name="Baddam, Linga Reddy" userId="7ab61b1f-efd3-4817-9cc2-fd80850e75c2" providerId="ADAL" clId="{424F609C-C2C9-4FAF-AC0C-D1D3ABEFE4D1}" dt="2023-05-25T10:18:08.628" v="299" actId="22"/>
          <ac:picMkLst>
            <pc:docMk/>
            <pc:sldMk cId="2015408360" sldId="313"/>
            <ac:picMk id="4" creationId="{7E2D5AA5-307A-BA79-E654-537A8F35ECF8}"/>
          </ac:picMkLst>
        </pc:picChg>
        <pc:picChg chg="del">
          <ac:chgData name="Baddam, Linga Reddy" userId="7ab61b1f-efd3-4817-9cc2-fd80850e75c2" providerId="ADAL" clId="{424F609C-C2C9-4FAF-AC0C-D1D3ABEFE4D1}" dt="2023-05-25T10:17:23.288" v="297" actId="478"/>
          <ac:picMkLst>
            <pc:docMk/>
            <pc:sldMk cId="2015408360" sldId="313"/>
            <ac:picMk id="7" creationId="{404C2A4B-4EA6-4FE1-F101-453554F1E111}"/>
          </ac:picMkLst>
        </pc:picChg>
        <pc:picChg chg="add mod">
          <ac:chgData name="Baddam, Linga Reddy" userId="7ab61b1f-efd3-4817-9cc2-fd80850e75c2" providerId="ADAL" clId="{424F609C-C2C9-4FAF-AC0C-D1D3ABEFE4D1}" dt="2023-05-25T10:18:33.555" v="349" actId="14100"/>
          <ac:picMkLst>
            <pc:docMk/>
            <pc:sldMk cId="2015408360" sldId="313"/>
            <ac:picMk id="8" creationId="{6E8A4CE0-C971-DCD5-C225-B20D190AE999}"/>
          </ac:picMkLst>
        </pc:picChg>
      </pc:sldChg>
      <pc:sldChg chg="addSp delSp modSp add mod">
        <pc:chgData name="Baddam, Linga Reddy" userId="7ab61b1f-efd3-4817-9cc2-fd80850e75c2" providerId="ADAL" clId="{424F609C-C2C9-4FAF-AC0C-D1D3ABEFE4D1}" dt="2023-05-25T11:47:44.147" v="1554" actId="14100"/>
        <pc:sldMkLst>
          <pc:docMk/>
          <pc:sldMk cId="2040660940" sldId="314"/>
        </pc:sldMkLst>
        <pc:spChg chg="mod">
          <ac:chgData name="Baddam, Linga Reddy" userId="7ab61b1f-efd3-4817-9cc2-fd80850e75c2" providerId="ADAL" clId="{424F609C-C2C9-4FAF-AC0C-D1D3ABEFE4D1}" dt="2023-05-25T10:50:24.096" v="711" actId="20577"/>
          <ac:spMkLst>
            <pc:docMk/>
            <pc:sldMk cId="2040660940" sldId="314"/>
            <ac:spMk id="2" creationId="{00000000-0000-0000-0000-000000000000}"/>
          </ac:spMkLst>
        </pc:spChg>
        <pc:spChg chg="add del mod">
          <ac:chgData name="Baddam, Linga Reddy" userId="7ab61b1f-efd3-4817-9cc2-fd80850e75c2" providerId="ADAL" clId="{424F609C-C2C9-4FAF-AC0C-D1D3ABEFE4D1}" dt="2023-05-25T10:38:40.882" v="429" actId="478"/>
          <ac:spMkLst>
            <pc:docMk/>
            <pc:sldMk cId="2040660940" sldId="314"/>
            <ac:spMk id="4" creationId="{478F9C1E-7B4D-B482-0E6D-A741556FA30A}"/>
          </ac:spMkLst>
        </pc:spChg>
        <pc:spChg chg="add del mod">
          <ac:chgData name="Baddam, Linga Reddy" userId="7ab61b1f-efd3-4817-9cc2-fd80850e75c2" providerId="ADAL" clId="{424F609C-C2C9-4FAF-AC0C-D1D3ABEFE4D1}" dt="2023-05-25T11:47:30.846" v="1553" actId="113"/>
          <ac:spMkLst>
            <pc:docMk/>
            <pc:sldMk cId="2040660940" sldId="314"/>
            <ac:spMk id="5" creationId="{00000000-0000-0000-0000-000000000000}"/>
          </ac:spMkLst>
        </pc:spChg>
        <pc:spChg chg="add del mod">
          <ac:chgData name="Baddam, Linga Reddy" userId="7ab61b1f-efd3-4817-9cc2-fd80850e75c2" providerId="ADAL" clId="{424F609C-C2C9-4FAF-AC0C-D1D3ABEFE4D1}" dt="2023-05-25T10:38:10.069" v="422"/>
          <ac:spMkLst>
            <pc:docMk/>
            <pc:sldMk cId="2040660940" sldId="314"/>
            <ac:spMk id="6" creationId="{F2EBA0E5-5DDA-03DB-769C-D6F1A876B1AE}"/>
          </ac:spMkLst>
        </pc:spChg>
        <pc:spChg chg="add del mod">
          <ac:chgData name="Baddam, Linga Reddy" userId="7ab61b1f-efd3-4817-9cc2-fd80850e75c2" providerId="ADAL" clId="{424F609C-C2C9-4FAF-AC0C-D1D3ABEFE4D1}" dt="2023-05-25T10:38:39.461" v="427"/>
          <ac:spMkLst>
            <pc:docMk/>
            <pc:sldMk cId="2040660940" sldId="314"/>
            <ac:spMk id="7" creationId="{1A8C1DF9-7004-D3F3-090E-0FB1C64FC67E}"/>
          </ac:spMkLst>
        </pc:spChg>
        <pc:spChg chg="add mod">
          <ac:chgData name="Baddam, Linga Reddy" userId="7ab61b1f-efd3-4817-9cc2-fd80850e75c2" providerId="ADAL" clId="{424F609C-C2C9-4FAF-AC0C-D1D3ABEFE4D1}" dt="2023-05-25T10:42:15.860" v="692" actId="255"/>
          <ac:spMkLst>
            <pc:docMk/>
            <pc:sldMk cId="2040660940" sldId="314"/>
            <ac:spMk id="10" creationId="{CF1A59E2-8ECD-B3C6-5E0D-C02F1F2E15B6}"/>
          </ac:spMkLst>
        </pc:spChg>
        <pc:graphicFrameChg chg="add mod">
          <ac:chgData name="Baddam, Linga Reddy" userId="7ab61b1f-efd3-4817-9cc2-fd80850e75c2" providerId="ADAL" clId="{424F609C-C2C9-4FAF-AC0C-D1D3ABEFE4D1}" dt="2023-05-25T11:47:44.147" v="1554" actId="14100"/>
          <ac:graphicFrameMkLst>
            <pc:docMk/>
            <pc:sldMk cId="2040660940" sldId="314"/>
            <ac:graphicFrameMk id="8" creationId="{CD09A23D-D246-D559-C049-86E47A3C10D6}"/>
          </ac:graphicFrameMkLst>
        </pc:graphicFrameChg>
        <pc:graphicFrameChg chg="add mod">
          <ac:chgData name="Baddam, Linga Reddy" userId="7ab61b1f-efd3-4817-9cc2-fd80850e75c2" providerId="ADAL" clId="{424F609C-C2C9-4FAF-AC0C-D1D3ABEFE4D1}" dt="2023-05-25T10:41:51.466" v="621" actId="1035"/>
          <ac:graphicFrameMkLst>
            <pc:docMk/>
            <pc:sldMk cId="2040660940" sldId="314"/>
            <ac:graphicFrameMk id="9" creationId="{F8C49AF5-1653-BA1D-8087-A2F23A7F3673}"/>
          </ac:graphicFrameMkLst>
        </pc:graphicFrameChg>
      </pc:sldChg>
      <pc:sldChg chg="addSp delSp modSp add mod">
        <pc:chgData name="Baddam, Linga Reddy" userId="7ab61b1f-efd3-4817-9cc2-fd80850e75c2" providerId="ADAL" clId="{424F609C-C2C9-4FAF-AC0C-D1D3ABEFE4D1}" dt="2023-05-25T11:17:55.664" v="1098" actId="20577"/>
        <pc:sldMkLst>
          <pc:docMk/>
          <pc:sldMk cId="2967793398" sldId="315"/>
        </pc:sldMkLst>
        <pc:spChg chg="mod">
          <ac:chgData name="Baddam, Linga Reddy" userId="7ab61b1f-efd3-4817-9cc2-fd80850e75c2" providerId="ADAL" clId="{424F609C-C2C9-4FAF-AC0C-D1D3ABEFE4D1}" dt="2023-05-25T11:17:55.664" v="1098" actId="20577"/>
          <ac:spMkLst>
            <pc:docMk/>
            <pc:sldMk cId="2967793398" sldId="315"/>
            <ac:spMk id="2" creationId="{00000000-0000-0000-0000-000000000000}"/>
          </ac:spMkLst>
        </pc:spChg>
        <pc:spChg chg="mod">
          <ac:chgData name="Baddam, Linga Reddy" userId="7ab61b1f-efd3-4817-9cc2-fd80850e75c2" providerId="ADAL" clId="{424F609C-C2C9-4FAF-AC0C-D1D3ABEFE4D1}" dt="2023-05-25T11:12:13.515" v="1036"/>
          <ac:spMkLst>
            <pc:docMk/>
            <pc:sldMk cId="2967793398" sldId="315"/>
            <ac:spMk id="5" creationId="{00000000-0000-0000-0000-000000000000}"/>
          </ac:spMkLst>
        </pc:spChg>
        <pc:spChg chg="del">
          <ac:chgData name="Baddam, Linga Reddy" userId="7ab61b1f-efd3-4817-9cc2-fd80850e75c2" providerId="ADAL" clId="{424F609C-C2C9-4FAF-AC0C-D1D3ABEFE4D1}" dt="2023-05-25T10:51:06.619" v="721" actId="478"/>
          <ac:spMkLst>
            <pc:docMk/>
            <pc:sldMk cId="2967793398" sldId="315"/>
            <ac:spMk id="10" creationId="{CF1A59E2-8ECD-B3C6-5E0D-C02F1F2E15B6}"/>
          </ac:spMkLst>
        </pc:spChg>
        <pc:graphicFrameChg chg="del">
          <ac:chgData name="Baddam, Linga Reddy" userId="7ab61b1f-efd3-4817-9cc2-fd80850e75c2" providerId="ADAL" clId="{424F609C-C2C9-4FAF-AC0C-D1D3ABEFE4D1}" dt="2023-05-25T10:51:08.820" v="722" actId="478"/>
          <ac:graphicFrameMkLst>
            <pc:docMk/>
            <pc:sldMk cId="2967793398" sldId="315"/>
            <ac:graphicFrameMk id="8" creationId="{CD09A23D-D246-D559-C049-86E47A3C10D6}"/>
          </ac:graphicFrameMkLst>
        </pc:graphicFrameChg>
        <pc:graphicFrameChg chg="del">
          <ac:chgData name="Baddam, Linga Reddy" userId="7ab61b1f-efd3-4817-9cc2-fd80850e75c2" providerId="ADAL" clId="{424F609C-C2C9-4FAF-AC0C-D1D3ABEFE4D1}" dt="2023-05-25T10:51:03.536" v="720" actId="478"/>
          <ac:graphicFrameMkLst>
            <pc:docMk/>
            <pc:sldMk cId="2967793398" sldId="315"/>
            <ac:graphicFrameMk id="9" creationId="{F8C49AF5-1653-BA1D-8087-A2F23A7F3673}"/>
          </ac:graphicFrameMkLst>
        </pc:graphicFrameChg>
        <pc:picChg chg="add del mod">
          <ac:chgData name="Baddam, Linga Reddy" userId="7ab61b1f-efd3-4817-9cc2-fd80850e75c2" providerId="ADAL" clId="{424F609C-C2C9-4FAF-AC0C-D1D3ABEFE4D1}" dt="2023-05-25T11:11:57.581" v="1035" actId="478"/>
          <ac:picMkLst>
            <pc:docMk/>
            <pc:sldMk cId="2967793398" sldId="315"/>
            <ac:picMk id="4" creationId="{94E0F9E3-9115-B95B-934E-BF52E8E7E138}"/>
          </ac:picMkLst>
        </pc:picChg>
        <pc:picChg chg="add del mod">
          <ac:chgData name="Baddam, Linga Reddy" userId="7ab61b1f-efd3-4817-9cc2-fd80850e75c2" providerId="ADAL" clId="{424F609C-C2C9-4FAF-AC0C-D1D3ABEFE4D1}" dt="2023-05-25T11:11:33.961" v="1023" actId="22"/>
          <ac:picMkLst>
            <pc:docMk/>
            <pc:sldMk cId="2967793398" sldId="315"/>
            <ac:picMk id="7" creationId="{4CE28BC5-90FC-0BA6-BD55-32E025792B57}"/>
          </ac:picMkLst>
        </pc:picChg>
        <pc:picChg chg="add mod">
          <ac:chgData name="Baddam, Linga Reddy" userId="7ab61b1f-efd3-4817-9cc2-fd80850e75c2" providerId="ADAL" clId="{424F609C-C2C9-4FAF-AC0C-D1D3ABEFE4D1}" dt="2023-05-25T11:12:56.947" v="1041" actId="14100"/>
          <ac:picMkLst>
            <pc:docMk/>
            <pc:sldMk cId="2967793398" sldId="315"/>
            <ac:picMk id="12" creationId="{BD9B10BC-B4AB-161D-0096-C38FB74E530F}"/>
          </ac:picMkLst>
        </pc:picChg>
        <pc:picChg chg="add mod">
          <ac:chgData name="Baddam, Linga Reddy" userId="7ab61b1f-efd3-4817-9cc2-fd80850e75c2" providerId="ADAL" clId="{424F609C-C2C9-4FAF-AC0C-D1D3ABEFE4D1}" dt="2023-05-25T11:13:51.769" v="1093" actId="14100"/>
          <ac:picMkLst>
            <pc:docMk/>
            <pc:sldMk cId="2967793398" sldId="315"/>
            <ac:picMk id="14" creationId="{25BD788C-802A-22D7-49A2-2196EFC87DB7}"/>
          </ac:picMkLst>
        </pc:picChg>
      </pc:sldChg>
      <pc:sldChg chg="addSp delSp modSp add mod">
        <pc:chgData name="Baddam, Linga Reddy" userId="7ab61b1f-efd3-4817-9cc2-fd80850e75c2" providerId="ADAL" clId="{424F609C-C2C9-4FAF-AC0C-D1D3ABEFE4D1}" dt="2023-05-25T11:28:24.852" v="1220"/>
        <pc:sldMkLst>
          <pc:docMk/>
          <pc:sldMk cId="1962383837" sldId="316"/>
        </pc:sldMkLst>
        <pc:spChg chg="mod">
          <ac:chgData name="Baddam, Linga Reddy" userId="7ab61b1f-efd3-4817-9cc2-fd80850e75c2" providerId="ADAL" clId="{424F609C-C2C9-4FAF-AC0C-D1D3ABEFE4D1}" dt="2023-05-25T11:17:51.580" v="1097"/>
          <ac:spMkLst>
            <pc:docMk/>
            <pc:sldMk cId="1962383837" sldId="316"/>
            <ac:spMk id="2" creationId="{00000000-0000-0000-0000-000000000000}"/>
          </ac:spMkLst>
        </pc:spChg>
        <pc:spChg chg="add mod">
          <ac:chgData name="Baddam, Linga Reddy" userId="7ab61b1f-efd3-4817-9cc2-fd80850e75c2" providerId="ADAL" clId="{424F609C-C2C9-4FAF-AC0C-D1D3ABEFE4D1}" dt="2023-05-25T11:22:07.558" v="1204" actId="255"/>
          <ac:spMkLst>
            <pc:docMk/>
            <pc:sldMk cId="1962383837" sldId="316"/>
            <ac:spMk id="4" creationId="{3E81911B-3F62-F1DE-C652-6E705EDA34DB}"/>
          </ac:spMkLst>
        </pc:spChg>
        <pc:spChg chg="mod">
          <ac:chgData name="Baddam, Linga Reddy" userId="7ab61b1f-efd3-4817-9cc2-fd80850e75c2" providerId="ADAL" clId="{424F609C-C2C9-4FAF-AC0C-D1D3ABEFE4D1}" dt="2023-05-25T11:28:24.852" v="1220"/>
          <ac:spMkLst>
            <pc:docMk/>
            <pc:sldMk cId="1962383837" sldId="316"/>
            <ac:spMk id="5" creationId="{00000000-0000-0000-0000-000000000000}"/>
          </ac:spMkLst>
        </pc:spChg>
        <pc:graphicFrameChg chg="add mod">
          <ac:chgData name="Baddam, Linga Reddy" userId="7ab61b1f-efd3-4817-9cc2-fd80850e75c2" providerId="ADAL" clId="{424F609C-C2C9-4FAF-AC0C-D1D3ABEFE4D1}" dt="2023-05-25T11:21:55.646" v="1203" actId="1035"/>
          <ac:graphicFrameMkLst>
            <pc:docMk/>
            <pc:sldMk cId="1962383837" sldId="316"/>
            <ac:graphicFrameMk id="3" creationId="{83753452-BA25-F374-C719-873C11E16884}"/>
          </ac:graphicFrameMkLst>
        </pc:graphicFrameChg>
        <pc:graphicFrameChg chg="add mod">
          <ac:chgData name="Baddam, Linga Reddy" userId="7ab61b1f-efd3-4817-9cc2-fd80850e75c2" providerId="ADAL" clId="{424F609C-C2C9-4FAF-AC0C-D1D3ABEFE4D1}" dt="2023-05-25T11:21:52.875" v="1200" actId="1035"/>
          <ac:graphicFrameMkLst>
            <pc:docMk/>
            <pc:sldMk cId="1962383837" sldId="316"/>
            <ac:graphicFrameMk id="6" creationId="{82A8B32E-2D5E-4D13-5ECD-72959DAAAE56}"/>
          </ac:graphicFrameMkLst>
        </pc:graphicFrameChg>
        <pc:picChg chg="del">
          <ac:chgData name="Baddam, Linga Reddy" userId="7ab61b1f-efd3-4817-9cc2-fd80850e75c2" providerId="ADAL" clId="{424F609C-C2C9-4FAF-AC0C-D1D3ABEFE4D1}" dt="2023-05-25T11:18:04.561" v="1099" actId="478"/>
          <ac:picMkLst>
            <pc:docMk/>
            <pc:sldMk cId="1962383837" sldId="316"/>
            <ac:picMk id="12" creationId="{BD9B10BC-B4AB-161D-0096-C38FB74E530F}"/>
          </ac:picMkLst>
        </pc:picChg>
        <pc:picChg chg="del">
          <ac:chgData name="Baddam, Linga Reddy" userId="7ab61b1f-efd3-4817-9cc2-fd80850e75c2" providerId="ADAL" clId="{424F609C-C2C9-4FAF-AC0C-D1D3ABEFE4D1}" dt="2023-05-25T11:18:06.036" v="1100" actId="478"/>
          <ac:picMkLst>
            <pc:docMk/>
            <pc:sldMk cId="1962383837" sldId="316"/>
            <ac:picMk id="14" creationId="{25BD788C-802A-22D7-49A2-2196EFC87DB7}"/>
          </ac:picMkLst>
        </pc:picChg>
      </pc:sldChg>
      <pc:sldChg chg="addSp delSp modSp add mod">
        <pc:chgData name="Baddam, Linga Reddy" userId="7ab61b1f-efd3-4817-9cc2-fd80850e75c2" providerId="ADAL" clId="{424F609C-C2C9-4FAF-AC0C-D1D3ABEFE4D1}" dt="2023-05-25T11:47:10.085" v="1552" actId="6549"/>
        <pc:sldMkLst>
          <pc:docMk/>
          <pc:sldMk cId="3980727803" sldId="317"/>
        </pc:sldMkLst>
        <pc:spChg chg="mod">
          <ac:chgData name="Baddam, Linga Reddy" userId="7ab61b1f-efd3-4817-9cc2-fd80850e75c2" providerId="ADAL" clId="{424F609C-C2C9-4FAF-AC0C-D1D3ABEFE4D1}" dt="2023-05-25T11:47:10.085" v="1552" actId="6549"/>
          <ac:spMkLst>
            <pc:docMk/>
            <pc:sldMk cId="3980727803" sldId="317"/>
            <ac:spMk id="5" creationId="{00000000-0000-0000-0000-000000000000}"/>
          </ac:spMkLst>
        </pc:spChg>
        <pc:picChg chg="add mod">
          <ac:chgData name="Baddam, Linga Reddy" userId="7ab61b1f-efd3-4817-9cc2-fd80850e75c2" providerId="ADAL" clId="{424F609C-C2C9-4FAF-AC0C-D1D3ABEFE4D1}" dt="2023-05-25T11:31:30.032" v="1295" actId="14100"/>
          <ac:picMkLst>
            <pc:docMk/>
            <pc:sldMk cId="3980727803" sldId="317"/>
            <ac:picMk id="4" creationId="{406143BC-59C4-233D-6D9A-0C025B8773EB}"/>
          </ac:picMkLst>
        </pc:picChg>
        <pc:picChg chg="add del mod">
          <ac:chgData name="Baddam, Linga Reddy" userId="7ab61b1f-efd3-4817-9cc2-fd80850e75c2" providerId="ADAL" clId="{424F609C-C2C9-4FAF-AC0C-D1D3ABEFE4D1}" dt="2023-05-25T11:33:04.795" v="1346" actId="478"/>
          <ac:picMkLst>
            <pc:docMk/>
            <pc:sldMk cId="3980727803" sldId="317"/>
            <ac:picMk id="7" creationId="{6B92628A-B82A-9AE3-27BD-0EFC0912C464}"/>
          </ac:picMkLst>
        </pc:picChg>
        <pc:picChg chg="add mod">
          <ac:chgData name="Baddam, Linga Reddy" userId="7ab61b1f-efd3-4817-9cc2-fd80850e75c2" providerId="ADAL" clId="{424F609C-C2C9-4FAF-AC0C-D1D3ABEFE4D1}" dt="2023-05-25T11:33:36.315" v="1382" actId="14100"/>
          <ac:picMkLst>
            <pc:docMk/>
            <pc:sldMk cId="3980727803" sldId="317"/>
            <ac:picMk id="9" creationId="{C673C3AB-AA50-7BD7-ECD7-EE044894F8D8}"/>
          </ac:picMkLst>
        </pc:picChg>
        <pc:picChg chg="del">
          <ac:chgData name="Baddam, Linga Reddy" userId="7ab61b1f-efd3-4817-9cc2-fd80850e75c2" providerId="ADAL" clId="{424F609C-C2C9-4FAF-AC0C-D1D3ABEFE4D1}" dt="2023-05-25T11:29:31.484" v="1224" actId="478"/>
          <ac:picMkLst>
            <pc:docMk/>
            <pc:sldMk cId="3980727803" sldId="317"/>
            <ac:picMk id="12" creationId="{BD9B10BC-B4AB-161D-0096-C38FB74E530F}"/>
          </ac:picMkLst>
        </pc:picChg>
        <pc:picChg chg="del">
          <ac:chgData name="Baddam, Linga Reddy" userId="7ab61b1f-efd3-4817-9cc2-fd80850e75c2" providerId="ADAL" clId="{424F609C-C2C9-4FAF-AC0C-D1D3ABEFE4D1}" dt="2023-05-25T11:31:35.024" v="1297" actId="478"/>
          <ac:picMkLst>
            <pc:docMk/>
            <pc:sldMk cId="3980727803" sldId="317"/>
            <ac:picMk id="14" creationId="{25BD788C-802A-22D7-49A2-2196EFC87DB7}"/>
          </ac:picMkLst>
        </pc:picChg>
      </pc:sldChg>
      <pc:sldChg chg="addSp delSp modSp add mod">
        <pc:chgData name="Baddam, Linga Reddy" userId="7ab61b1f-efd3-4817-9cc2-fd80850e75c2" providerId="ADAL" clId="{424F609C-C2C9-4FAF-AC0C-D1D3ABEFE4D1}" dt="2023-05-25T11:42:55.557" v="1473" actId="20577"/>
        <pc:sldMkLst>
          <pc:docMk/>
          <pc:sldMk cId="1855793507" sldId="318"/>
        </pc:sldMkLst>
        <pc:spChg chg="mod">
          <ac:chgData name="Baddam, Linga Reddy" userId="7ab61b1f-efd3-4817-9cc2-fd80850e75c2" providerId="ADAL" clId="{424F609C-C2C9-4FAF-AC0C-D1D3ABEFE4D1}" dt="2023-05-25T11:39:28.462" v="1388" actId="20577"/>
          <ac:spMkLst>
            <pc:docMk/>
            <pc:sldMk cId="1855793507" sldId="318"/>
            <ac:spMk id="2" creationId="{00000000-0000-0000-0000-000000000000}"/>
          </ac:spMkLst>
        </pc:spChg>
        <pc:spChg chg="del">
          <ac:chgData name="Baddam, Linga Reddy" userId="7ab61b1f-efd3-4817-9cc2-fd80850e75c2" providerId="ADAL" clId="{424F609C-C2C9-4FAF-AC0C-D1D3ABEFE4D1}" dt="2023-05-25T11:40:39.111" v="1401" actId="478"/>
          <ac:spMkLst>
            <pc:docMk/>
            <pc:sldMk cId="1855793507" sldId="318"/>
            <ac:spMk id="4" creationId="{3E81911B-3F62-F1DE-C652-6E705EDA34DB}"/>
          </ac:spMkLst>
        </pc:spChg>
        <pc:spChg chg="mod">
          <ac:chgData name="Baddam, Linga Reddy" userId="7ab61b1f-efd3-4817-9cc2-fd80850e75c2" providerId="ADAL" clId="{424F609C-C2C9-4FAF-AC0C-D1D3ABEFE4D1}" dt="2023-05-25T11:42:55.557" v="1473" actId="20577"/>
          <ac:spMkLst>
            <pc:docMk/>
            <pc:sldMk cId="1855793507" sldId="318"/>
            <ac:spMk id="5" creationId="{00000000-0000-0000-0000-000000000000}"/>
          </ac:spMkLst>
        </pc:spChg>
        <pc:graphicFrameChg chg="del">
          <ac:chgData name="Baddam, Linga Reddy" userId="7ab61b1f-efd3-4817-9cc2-fd80850e75c2" providerId="ADAL" clId="{424F609C-C2C9-4FAF-AC0C-D1D3ABEFE4D1}" dt="2023-05-25T11:40:11.207" v="1396" actId="478"/>
          <ac:graphicFrameMkLst>
            <pc:docMk/>
            <pc:sldMk cId="1855793507" sldId="318"/>
            <ac:graphicFrameMk id="3" creationId="{83753452-BA25-F374-C719-873C11E16884}"/>
          </ac:graphicFrameMkLst>
        </pc:graphicFrameChg>
        <pc:graphicFrameChg chg="del">
          <ac:chgData name="Baddam, Linga Reddy" userId="7ab61b1f-efd3-4817-9cc2-fd80850e75c2" providerId="ADAL" clId="{424F609C-C2C9-4FAF-AC0C-D1D3ABEFE4D1}" dt="2023-05-25T11:40:12.829" v="1397" actId="478"/>
          <ac:graphicFrameMkLst>
            <pc:docMk/>
            <pc:sldMk cId="1855793507" sldId="318"/>
            <ac:graphicFrameMk id="6" creationId="{82A8B32E-2D5E-4D13-5ECD-72959DAAAE56}"/>
          </ac:graphicFrameMkLst>
        </pc:graphicFrameChg>
        <pc:graphicFrameChg chg="add mod">
          <ac:chgData name="Baddam, Linga Reddy" userId="7ab61b1f-efd3-4817-9cc2-fd80850e75c2" providerId="ADAL" clId="{424F609C-C2C9-4FAF-AC0C-D1D3ABEFE4D1}" dt="2023-05-25T11:40:56.233" v="1450" actId="14100"/>
          <ac:graphicFrameMkLst>
            <pc:docMk/>
            <pc:sldMk cId="1855793507" sldId="318"/>
            <ac:graphicFrameMk id="7" creationId="{737545BF-3A3B-CB3E-798C-66844DEF9833}"/>
          </ac:graphicFrameMkLst>
        </pc:graphicFrameChg>
      </pc:sldChg>
      <pc:sldChg chg="addSp delSp modSp add mod">
        <pc:chgData name="Baddam, Linga Reddy" userId="7ab61b1f-efd3-4817-9cc2-fd80850e75c2" providerId="ADAL" clId="{424F609C-C2C9-4FAF-AC0C-D1D3ABEFE4D1}" dt="2023-05-25T11:46:17.757" v="1540" actId="1036"/>
        <pc:sldMkLst>
          <pc:docMk/>
          <pc:sldMk cId="1267646099" sldId="319"/>
        </pc:sldMkLst>
        <pc:spChg chg="mod">
          <ac:chgData name="Baddam, Linga Reddy" userId="7ab61b1f-efd3-4817-9cc2-fd80850e75c2" providerId="ADAL" clId="{424F609C-C2C9-4FAF-AC0C-D1D3ABEFE4D1}" dt="2023-05-25T11:45:19.234" v="1490" actId="20577"/>
          <ac:spMkLst>
            <pc:docMk/>
            <pc:sldMk cId="1267646099" sldId="319"/>
            <ac:spMk id="5" creationId="{00000000-0000-0000-0000-000000000000}"/>
          </ac:spMkLst>
        </pc:spChg>
        <pc:picChg chg="del">
          <ac:chgData name="Baddam, Linga Reddy" userId="7ab61b1f-efd3-4817-9cc2-fd80850e75c2" providerId="ADAL" clId="{424F609C-C2C9-4FAF-AC0C-D1D3ABEFE4D1}" dt="2023-05-25T11:44:12.859" v="1481" actId="478"/>
          <ac:picMkLst>
            <pc:docMk/>
            <pc:sldMk cId="1267646099" sldId="319"/>
            <ac:picMk id="4" creationId="{406143BC-59C4-233D-6D9A-0C025B8773EB}"/>
          </ac:picMkLst>
        </pc:picChg>
        <pc:picChg chg="add mod">
          <ac:chgData name="Baddam, Linga Reddy" userId="7ab61b1f-efd3-4817-9cc2-fd80850e75c2" providerId="ADAL" clId="{424F609C-C2C9-4FAF-AC0C-D1D3ABEFE4D1}" dt="2023-05-25T11:46:17.757" v="1540" actId="1036"/>
          <ac:picMkLst>
            <pc:docMk/>
            <pc:sldMk cId="1267646099" sldId="319"/>
            <ac:picMk id="6" creationId="{12923B71-EB62-B50A-163E-24797814E885}"/>
          </ac:picMkLst>
        </pc:picChg>
        <pc:picChg chg="del">
          <ac:chgData name="Baddam, Linga Reddy" userId="7ab61b1f-efd3-4817-9cc2-fd80850e75c2" providerId="ADAL" clId="{424F609C-C2C9-4FAF-AC0C-D1D3ABEFE4D1}" dt="2023-05-25T11:45:10.187" v="1489" actId="478"/>
          <ac:picMkLst>
            <pc:docMk/>
            <pc:sldMk cId="1267646099" sldId="319"/>
            <ac:picMk id="9" creationId="{C673C3AB-AA50-7BD7-ECD7-EE044894F8D8}"/>
          </ac:picMkLst>
        </pc:picChg>
      </pc:sldChg>
      <pc:sldChg chg="addSp delSp modSp add mod">
        <pc:chgData name="Baddam, Linga Reddy" userId="7ab61b1f-efd3-4817-9cc2-fd80850e75c2" providerId="ADAL" clId="{424F609C-C2C9-4FAF-AC0C-D1D3ABEFE4D1}" dt="2023-05-25T11:53:22.061" v="1582" actId="14100"/>
        <pc:sldMkLst>
          <pc:docMk/>
          <pc:sldMk cId="2932124020" sldId="320"/>
        </pc:sldMkLst>
        <pc:spChg chg="del mod">
          <ac:chgData name="Baddam, Linga Reddy" userId="7ab61b1f-efd3-4817-9cc2-fd80850e75c2" providerId="ADAL" clId="{424F609C-C2C9-4FAF-AC0C-D1D3ABEFE4D1}" dt="2023-05-25T11:52:51.812" v="1577" actId="478"/>
          <ac:spMkLst>
            <pc:docMk/>
            <pc:sldMk cId="2932124020" sldId="320"/>
            <ac:spMk id="2" creationId="{00000000-0000-0000-0000-000000000000}"/>
          </ac:spMkLst>
        </pc:spChg>
        <pc:spChg chg="add del mod">
          <ac:chgData name="Baddam, Linga Reddy" userId="7ab61b1f-efd3-4817-9cc2-fd80850e75c2" providerId="ADAL" clId="{424F609C-C2C9-4FAF-AC0C-D1D3ABEFE4D1}" dt="2023-05-25T11:52:26.426" v="1573" actId="478"/>
          <ac:spMkLst>
            <pc:docMk/>
            <pc:sldMk cId="2932124020" sldId="320"/>
            <ac:spMk id="4" creationId="{918EF903-4DCF-788B-011A-4B80FC1B275D}"/>
          </ac:spMkLst>
        </pc:spChg>
        <pc:spChg chg="del">
          <ac:chgData name="Baddam, Linga Reddy" userId="7ab61b1f-efd3-4817-9cc2-fd80850e75c2" providerId="ADAL" clId="{424F609C-C2C9-4FAF-AC0C-D1D3ABEFE4D1}" dt="2023-05-25T11:52:22.822" v="1572" actId="478"/>
          <ac:spMkLst>
            <pc:docMk/>
            <pc:sldMk cId="2932124020" sldId="320"/>
            <ac:spMk id="5" creationId="{00000000-0000-0000-0000-000000000000}"/>
          </ac:spMkLst>
        </pc:spChg>
        <pc:spChg chg="add del mod">
          <ac:chgData name="Baddam, Linga Reddy" userId="7ab61b1f-efd3-4817-9cc2-fd80850e75c2" providerId="ADAL" clId="{424F609C-C2C9-4FAF-AC0C-D1D3ABEFE4D1}" dt="2023-05-25T11:52:55.016" v="1578" actId="478"/>
          <ac:spMkLst>
            <pc:docMk/>
            <pc:sldMk cId="2932124020" sldId="320"/>
            <ac:spMk id="10" creationId="{BFFBA24F-77D9-0147-5B5F-5899AC118895}"/>
          </ac:spMkLst>
        </pc:spChg>
        <pc:picChg chg="del">
          <ac:chgData name="Baddam, Linga Reddy" userId="7ab61b1f-efd3-4817-9cc2-fd80850e75c2" providerId="ADAL" clId="{424F609C-C2C9-4FAF-AC0C-D1D3ABEFE4D1}" dt="2023-05-25T11:52:29.274" v="1574" actId="478"/>
          <ac:picMkLst>
            <pc:docMk/>
            <pc:sldMk cId="2932124020" sldId="320"/>
            <ac:picMk id="6" creationId="{12923B71-EB62-B50A-163E-24797814E885}"/>
          </ac:picMkLst>
        </pc:picChg>
        <pc:picChg chg="add mod">
          <ac:chgData name="Baddam, Linga Reddy" userId="7ab61b1f-efd3-4817-9cc2-fd80850e75c2" providerId="ADAL" clId="{424F609C-C2C9-4FAF-AC0C-D1D3ABEFE4D1}" dt="2023-05-25T11:53:22.061" v="1582" actId="14100"/>
          <ac:picMkLst>
            <pc:docMk/>
            <pc:sldMk cId="2932124020" sldId="320"/>
            <ac:picMk id="8" creationId="{E5C9D164-8E00-0E25-6A20-0AE509AD735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9025B79-E3E6-463A-A583-18EC3749C04A}" type="datetimeFigureOut">
              <a:rPr lang="en-US" smtClean="0"/>
              <a:t>2/20/2026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1B9DA9-CBD0-4E5D-9637-9E188F194E64}" type="slidenum">
              <a:rPr lang="en-US" smtClean="0"/>
              <a:t>‹#›</a:t>
            </a:fld>
            <a:endParaRPr lang="en-US" dirty="0"/>
          </a:p>
        </p:txBody>
      </p:sp>
    </p:spTree>
    <p:extLst>
      <p:ext uri="{BB962C8B-B14F-4D97-AF65-F5344CB8AC3E}">
        <p14:creationId xmlns:p14="http://schemas.microsoft.com/office/powerpoint/2010/main" val="394106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C30113-5580-4101-BC4C-F89E72B27CC9}" type="datetimeFigureOut">
              <a:rPr lang="en-US" smtClean="0"/>
              <a:t>2/20/2026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4B3C5-DA3E-4143-98B4-769D3F9DC4E2}" type="slidenum">
              <a:rPr lang="en-US" smtClean="0"/>
              <a:t>‹#›</a:t>
            </a:fld>
            <a:endParaRPr lang="en-US" dirty="0"/>
          </a:p>
        </p:txBody>
      </p:sp>
    </p:spTree>
    <p:extLst>
      <p:ext uri="{BB962C8B-B14F-4D97-AF65-F5344CB8AC3E}">
        <p14:creationId xmlns:p14="http://schemas.microsoft.com/office/powerpoint/2010/main" val="1303583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l="70526"/>
          <a:stretch/>
        </p:blipFill>
        <p:spPr>
          <a:xfrm>
            <a:off x="6595672" y="0"/>
            <a:ext cx="2556618" cy="5143500"/>
          </a:xfrm>
          <a:prstGeom prst="rect">
            <a:avLst/>
          </a:prstGeom>
        </p:spPr>
      </p:pic>
      <p:sp>
        <p:nvSpPr>
          <p:cNvPr id="21" name="Text Placeholder 20"/>
          <p:cNvSpPr>
            <a:spLocks noGrp="1"/>
          </p:cNvSpPr>
          <p:nvPr>
            <p:ph type="body" sz="quarter" idx="10" hasCustomPrompt="1"/>
          </p:nvPr>
        </p:nvSpPr>
        <p:spPr>
          <a:xfrm>
            <a:off x="468847" y="4204206"/>
            <a:ext cx="6193610" cy="242534"/>
          </a:xfrm>
          <a:prstGeom prst="rect">
            <a:avLst/>
          </a:prstGeom>
        </p:spPr>
        <p:txBody>
          <a:bodyPr vert="horz" lIns="0" tIns="0" rIns="0" bIns="0">
            <a:noAutofit/>
          </a:bodyPr>
          <a:lstStyle>
            <a:lvl1pPr marL="0" indent="0">
              <a:buNone/>
              <a:defRPr sz="1200" b="1" baseline="0">
                <a:solidFill>
                  <a:schemeClr val="tx1"/>
                </a:solidFill>
              </a:defRPr>
            </a:lvl1pPr>
            <a:lvl2pPr>
              <a:defRPr sz="1200"/>
            </a:lvl2pPr>
            <a:lvl3pPr>
              <a:defRPr sz="1200"/>
            </a:lvl3pPr>
            <a:lvl4pPr>
              <a:defRPr sz="1200"/>
            </a:lvl4pPr>
            <a:lvl5pPr>
              <a:defRPr sz="1200"/>
            </a:lvl5pPr>
          </a:lstStyle>
          <a:p>
            <a:pPr lvl="0"/>
            <a:r>
              <a:rPr lang="en-US" dirty="0"/>
              <a:t>Click to edit date (Arial Bold, 12pt, black)</a:t>
            </a:r>
          </a:p>
        </p:txBody>
      </p:sp>
      <p:sp>
        <p:nvSpPr>
          <p:cNvPr id="2" name="Title 1"/>
          <p:cNvSpPr>
            <a:spLocks noGrp="1"/>
          </p:cNvSpPr>
          <p:nvPr>
            <p:ph type="ctrTitle" hasCustomPrompt="1"/>
          </p:nvPr>
        </p:nvSpPr>
        <p:spPr>
          <a:xfrm>
            <a:off x="465557" y="2243599"/>
            <a:ext cx="6196900" cy="1102519"/>
          </a:xfrm>
          <a:prstGeom prst="rect">
            <a:avLst/>
          </a:prstGeom>
        </p:spPr>
        <p:txBody>
          <a:bodyPr lIns="0" tIns="0" rIns="0" bIns="0" anchor="b" anchorCtr="0">
            <a:normAutofit/>
          </a:bodyPr>
          <a:lstStyle>
            <a:lvl1pPr algn="l">
              <a:defRPr sz="3000" b="1" baseline="0">
                <a:solidFill>
                  <a:schemeClr val="bg1"/>
                </a:solidFill>
              </a:defRPr>
            </a:lvl1pPr>
          </a:lstStyle>
          <a:p>
            <a:r>
              <a:rPr lang="en-US" dirty="0"/>
              <a:t>Click to edit master title style (Arial Bold, 30pt, orange)</a:t>
            </a:r>
          </a:p>
        </p:txBody>
      </p:sp>
      <p:sp>
        <p:nvSpPr>
          <p:cNvPr id="3" name="Subtitle 2"/>
          <p:cNvSpPr>
            <a:spLocks noGrp="1"/>
          </p:cNvSpPr>
          <p:nvPr>
            <p:ph type="subTitle" idx="1" hasCustomPrompt="1"/>
          </p:nvPr>
        </p:nvSpPr>
        <p:spPr>
          <a:xfrm>
            <a:off x="465557" y="3486904"/>
            <a:ext cx="6196900" cy="644929"/>
          </a:xfrm>
          <a:prstGeom prst="rect">
            <a:avLst/>
          </a:prstGeom>
        </p:spPr>
        <p:txBody>
          <a:bodyPr lIns="0" tIns="0" bIns="0" anchor="t" anchorCtr="0">
            <a:normAutofit/>
          </a:bodyPr>
          <a:lstStyle>
            <a:lvl1pPr marL="0" indent="0" algn="l">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 (Arial, 20pt, black)</a:t>
            </a:r>
          </a:p>
        </p:txBody>
      </p:sp>
      <p:cxnSp>
        <p:nvCxnSpPr>
          <p:cNvPr id="13" name="Straight Connector 12"/>
          <p:cNvCxnSpPr/>
          <p:nvPr userDrawn="1"/>
        </p:nvCxnSpPr>
        <p:spPr>
          <a:xfrm>
            <a:off x="0" y="2045022"/>
            <a:ext cx="6683447"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25FAC80D-E984-3141-8252-D61F2618E3E8}"/>
              </a:ext>
            </a:extLst>
          </p:cNvPr>
          <p:cNvPicPr>
            <a:picLocks noChangeAspect="1"/>
          </p:cNvPicPr>
          <p:nvPr userDrawn="1"/>
        </p:nvPicPr>
        <p:blipFill>
          <a:blip r:embed="rId3"/>
          <a:stretch>
            <a:fillRect/>
          </a:stretch>
        </p:blipFill>
        <p:spPr>
          <a:xfrm>
            <a:off x="465557" y="4519113"/>
            <a:ext cx="898548" cy="439526"/>
          </a:xfrm>
          <a:prstGeom prst="rect">
            <a:avLst/>
          </a:prstGeom>
        </p:spPr>
      </p:pic>
      <p:pic>
        <p:nvPicPr>
          <p:cNvPr id="8" name="Picture 7">
            <a:extLst>
              <a:ext uri="{FF2B5EF4-FFF2-40B4-BE49-F238E27FC236}">
                <a16:creationId xmlns:a16="http://schemas.microsoft.com/office/drawing/2014/main" id="{1445D332-5537-6649-8198-74DC84B1659E}"/>
              </a:ext>
            </a:extLst>
          </p:cNvPr>
          <p:cNvPicPr>
            <a:picLocks noChangeAspect="1"/>
          </p:cNvPicPr>
          <p:nvPr userDrawn="1"/>
        </p:nvPicPr>
        <p:blipFill rotWithShape="1">
          <a:blip r:embed="rId4"/>
          <a:srcRect l="7428" t="27564" r="7428" b="28229"/>
          <a:stretch/>
        </p:blipFill>
        <p:spPr>
          <a:xfrm>
            <a:off x="465557" y="916299"/>
            <a:ext cx="2569951" cy="667162"/>
          </a:xfrm>
          <a:prstGeom prst="rect">
            <a:avLst/>
          </a:prstGeom>
        </p:spPr>
      </p:pic>
    </p:spTree>
    <p:extLst>
      <p:ext uri="{BB962C8B-B14F-4D97-AF65-F5344CB8AC3E}">
        <p14:creationId xmlns:p14="http://schemas.microsoft.com/office/powerpoint/2010/main" val="140932272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hoto">
    <p:spTree>
      <p:nvGrpSpPr>
        <p:cNvPr id="1" name=""/>
        <p:cNvGrpSpPr/>
        <p:nvPr/>
      </p:nvGrpSpPr>
      <p:grpSpPr>
        <a:xfrm>
          <a:off x="0" y="0"/>
          <a:ext cx="0" cy="0"/>
          <a:chOff x="0" y="0"/>
          <a:chExt cx="0" cy="0"/>
        </a:xfrm>
      </p:grpSpPr>
      <p:pic>
        <p:nvPicPr>
          <p:cNvPr id="4" name="Picture 3" descr="PPT_Cover-Photo_w-Logo-16x9.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61661" cy="5148072"/>
          </a:xfrm>
          <a:prstGeom prst="rect">
            <a:avLst/>
          </a:prstGeom>
        </p:spPr>
      </p:pic>
    </p:spTree>
    <p:extLst>
      <p:ext uri="{BB962C8B-B14F-4D97-AF65-F5344CB8AC3E}">
        <p14:creationId xmlns:p14="http://schemas.microsoft.com/office/powerpoint/2010/main" val="33382670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8" name="Subtitle 2"/>
          <p:cNvSpPr>
            <a:spLocks noGrp="1"/>
          </p:cNvSpPr>
          <p:nvPr>
            <p:ph type="subTitle" idx="10" hasCustomPrompt="1"/>
          </p:nvPr>
        </p:nvSpPr>
        <p:spPr>
          <a:xfrm>
            <a:off x="980601" y="3257493"/>
            <a:ext cx="5702846" cy="1113244"/>
          </a:xfrm>
          <a:prstGeom prst="rect">
            <a:avLst/>
          </a:prstGeom>
        </p:spPr>
        <p:txBody>
          <a:bodyPr lIns="0" tIns="0" bIns="0" anchor="t" anchorCtr="0">
            <a:normAutofit/>
          </a:bodyPr>
          <a:lstStyle>
            <a:lvl1pPr marL="0" indent="0" algn="l">
              <a:buNone/>
              <a:defRPr sz="2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divider subtitle style (Arial, 20pt, black)</a:t>
            </a:r>
          </a:p>
        </p:txBody>
      </p:sp>
      <p:pic>
        <p:nvPicPr>
          <p:cNvPr id="12" name="Picture 11"/>
          <p:cNvPicPr>
            <a:picLocks noChangeAspect="1"/>
          </p:cNvPicPr>
          <p:nvPr userDrawn="1"/>
        </p:nvPicPr>
        <p:blipFill>
          <a:blip r:embed="rId2"/>
          <a:stretch>
            <a:fillRect/>
          </a:stretch>
        </p:blipFill>
        <p:spPr>
          <a:xfrm>
            <a:off x="1126" y="0"/>
            <a:ext cx="456074" cy="5143500"/>
          </a:xfrm>
          <a:prstGeom prst="rect">
            <a:avLst/>
          </a:prstGeom>
        </p:spPr>
      </p:pic>
      <p:sp>
        <p:nvSpPr>
          <p:cNvPr id="2" name="Title 1"/>
          <p:cNvSpPr>
            <a:spLocks noGrp="1"/>
          </p:cNvSpPr>
          <p:nvPr>
            <p:ph type="title" hasCustomPrompt="1"/>
          </p:nvPr>
        </p:nvSpPr>
        <p:spPr>
          <a:xfrm>
            <a:off x="980601" y="1835759"/>
            <a:ext cx="5702846" cy="1021556"/>
          </a:xfrm>
          <a:prstGeom prst="rect">
            <a:avLst/>
          </a:prstGeom>
        </p:spPr>
        <p:txBody>
          <a:bodyPr lIns="0" tIns="0" rIns="0" bIns="0" anchor="b" anchorCtr="0">
            <a:normAutofit/>
          </a:bodyPr>
          <a:lstStyle>
            <a:lvl1pPr algn="l">
              <a:defRPr sz="3000" b="1" cap="none" baseline="0">
                <a:solidFill>
                  <a:schemeClr val="bg1"/>
                </a:solidFill>
              </a:defRPr>
            </a:lvl1pPr>
          </a:lstStyle>
          <a:p>
            <a:r>
              <a:rPr lang="en-US" dirty="0"/>
              <a:t>Click to edit master title style (Arial Bold, 30pt, orange)</a:t>
            </a:r>
          </a:p>
        </p:txBody>
      </p:sp>
      <p:cxnSp>
        <p:nvCxnSpPr>
          <p:cNvPr id="10" name="Straight Connector 9"/>
          <p:cNvCxnSpPr/>
          <p:nvPr userDrawn="1"/>
        </p:nvCxnSpPr>
        <p:spPr>
          <a:xfrm>
            <a:off x="980601" y="3056770"/>
            <a:ext cx="5702846"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6" name="Slide Number Placeholder 3"/>
          <p:cNvSpPr txBox="1">
            <a:spLocks/>
          </p:cNvSpPr>
          <p:nvPr userDrawn="1"/>
        </p:nvSpPr>
        <p:spPr>
          <a:xfrm>
            <a:off x="8394668" y="4743702"/>
            <a:ext cx="374522"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4BE483D-C18C-C842-8583-7479BC57BFEA}" type="slidenum">
              <a:rPr lang="en-US" sz="1000" smtClean="0">
                <a:solidFill>
                  <a:schemeClr val="bg1"/>
                </a:solidFill>
              </a:rPr>
              <a:pPr/>
              <a:t>‹#›</a:t>
            </a:fld>
            <a:endParaRPr lang="en-US" sz="1000" dirty="0">
              <a:solidFill>
                <a:schemeClr val="bg1"/>
              </a:solidFill>
            </a:endParaRPr>
          </a:p>
        </p:txBody>
      </p:sp>
      <p:sp>
        <p:nvSpPr>
          <p:cNvPr id="7" name="Footer Placeholder 4"/>
          <p:cNvSpPr txBox="1">
            <a:spLocks/>
          </p:cNvSpPr>
          <p:nvPr userDrawn="1"/>
        </p:nvSpPr>
        <p:spPr>
          <a:xfrm>
            <a:off x="2794187" y="4719396"/>
            <a:ext cx="3555626" cy="2025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chemeClr val="tx1"/>
                </a:solidFill>
              </a:rPr>
              <a:t>© 2019 All rights reserved | </a:t>
            </a:r>
            <a:r>
              <a:rPr lang="en-US" b="1" dirty="0">
                <a:solidFill>
                  <a:schemeClr val="tx1"/>
                </a:solidFill>
              </a:rPr>
              <a:t>Confidential</a:t>
            </a:r>
            <a:r>
              <a:rPr lang="en-US" b="0" dirty="0">
                <a:solidFill>
                  <a:schemeClr val="tx1"/>
                </a:solidFill>
              </a:rPr>
              <a:t> | For Syneos Health™ use only</a:t>
            </a:r>
          </a:p>
        </p:txBody>
      </p:sp>
    </p:spTree>
    <p:extLst>
      <p:ext uri="{BB962C8B-B14F-4D97-AF65-F5344CB8AC3E}">
        <p14:creationId xmlns:p14="http://schemas.microsoft.com/office/powerpoint/2010/main" val="19134208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1">
    <p:spTree>
      <p:nvGrpSpPr>
        <p:cNvPr id="1" name=""/>
        <p:cNvGrpSpPr/>
        <p:nvPr/>
      </p:nvGrpSpPr>
      <p:grpSpPr>
        <a:xfrm>
          <a:off x="0" y="0"/>
          <a:ext cx="0" cy="0"/>
          <a:chOff x="0" y="0"/>
          <a:chExt cx="0" cy="0"/>
        </a:xfrm>
      </p:grpSpPr>
      <p:pic>
        <p:nvPicPr>
          <p:cNvPr id="7" name="Picture 6" descr="inVentivHealth_1216_087197r_final_rgb.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94737"/>
            <a:ext cx="9144000" cy="5143500"/>
          </a:xfrm>
          <a:prstGeom prst="rect">
            <a:avLst/>
          </a:prstGeom>
        </p:spPr>
      </p:pic>
      <p:sp>
        <p:nvSpPr>
          <p:cNvPr id="8" name="Rectangle 7"/>
          <p:cNvSpPr/>
          <p:nvPr userDrawn="1"/>
        </p:nvSpPr>
        <p:spPr>
          <a:xfrm>
            <a:off x="252984" y="1340254"/>
            <a:ext cx="4494862" cy="2313438"/>
          </a:xfrm>
          <a:prstGeom prst="rect">
            <a:avLst/>
          </a:prstGeom>
          <a:solidFill>
            <a:schemeClr val="tx2">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ormAutofit/>
          </a:bodyPr>
          <a:lstStyle/>
          <a:p>
            <a:pPr algn="ctr"/>
            <a:endParaRPr lang="en-US" dirty="0">
              <a:solidFill>
                <a:schemeClr val="tx2"/>
              </a:solidFill>
            </a:endParaRPr>
          </a:p>
        </p:txBody>
      </p:sp>
      <p:sp>
        <p:nvSpPr>
          <p:cNvPr id="9" name="Title 1"/>
          <p:cNvSpPr>
            <a:spLocks noGrp="1"/>
          </p:cNvSpPr>
          <p:nvPr>
            <p:ph type="ctrTitle" hasCustomPrompt="1"/>
          </p:nvPr>
        </p:nvSpPr>
        <p:spPr>
          <a:xfrm>
            <a:off x="388584" y="1818959"/>
            <a:ext cx="4219401" cy="843620"/>
          </a:xfrm>
          <a:prstGeom prst="rect">
            <a:avLst/>
          </a:prstGeom>
        </p:spPr>
        <p:txBody>
          <a:bodyPr rIns="0" anchor="ctr">
            <a:noAutofit/>
          </a:bodyPr>
          <a:lstStyle>
            <a:lvl1pPr algn="l">
              <a:defRPr sz="3000" b="1" i="0" cap="none" baseline="0">
                <a:solidFill>
                  <a:schemeClr val="bg1"/>
                </a:solidFill>
                <a:latin typeface="Arial"/>
                <a:cs typeface="Arial"/>
              </a:defRPr>
            </a:lvl1pPr>
          </a:lstStyle>
          <a:p>
            <a:r>
              <a:rPr lang="en-US" dirty="0"/>
              <a:t>Divider title (Arial Bold, 30pt, orange)</a:t>
            </a:r>
          </a:p>
        </p:txBody>
      </p:sp>
      <p:sp>
        <p:nvSpPr>
          <p:cNvPr id="14" name="Subtitle 2"/>
          <p:cNvSpPr>
            <a:spLocks noGrp="1"/>
          </p:cNvSpPr>
          <p:nvPr>
            <p:ph type="subTitle" idx="1" hasCustomPrompt="1"/>
          </p:nvPr>
        </p:nvSpPr>
        <p:spPr>
          <a:xfrm>
            <a:off x="388584" y="2766487"/>
            <a:ext cx="4217283" cy="479879"/>
          </a:xfrm>
          <a:prstGeom prst="rect">
            <a:avLst/>
          </a:prstGeom>
        </p:spPr>
        <p:txBody>
          <a:bodyPr rIns="0">
            <a:noAutofit/>
          </a:bodyPr>
          <a:lstStyle>
            <a:lvl1pPr marL="0" indent="0" algn="l">
              <a:buNone/>
              <a:defRPr sz="18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Divider subtitle style (Arial, 18pt, black)</a:t>
            </a:r>
          </a:p>
        </p:txBody>
      </p:sp>
      <p:pic>
        <p:nvPicPr>
          <p:cNvPr id="15" name="Picture 14" descr="Photo Divider_color bar.jpg"/>
          <p:cNvPicPr>
            <a:picLocks noChangeAspect="1"/>
          </p:cNvPicPr>
          <p:nvPr userDrawn="1"/>
        </p:nvPicPr>
        <p:blipFill rotWithShape="1">
          <a:blip r:embed="rId3">
            <a:extLst>
              <a:ext uri="{28A0092B-C50C-407E-A947-70E740481C1C}">
                <a14:useLocalDpi xmlns:a14="http://schemas.microsoft.com/office/drawing/2010/main" val="0"/>
              </a:ext>
            </a:extLst>
          </a:blip>
          <a:srcRect t="-10461" r="-402" b="13941"/>
          <a:stretch/>
        </p:blipFill>
        <p:spPr>
          <a:xfrm>
            <a:off x="0" y="1056946"/>
            <a:ext cx="254000" cy="2596746"/>
          </a:xfrm>
          <a:prstGeom prst="rect">
            <a:avLst/>
          </a:prstGeom>
        </p:spPr>
      </p:pic>
    </p:spTree>
    <p:extLst>
      <p:ext uri="{BB962C8B-B14F-4D97-AF65-F5344CB8AC3E}">
        <p14:creationId xmlns:p14="http://schemas.microsoft.com/office/powerpoint/2010/main" val="320204469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2">
    <p:spTree>
      <p:nvGrpSpPr>
        <p:cNvPr id="1" name=""/>
        <p:cNvGrpSpPr/>
        <p:nvPr/>
      </p:nvGrpSpPr>
      <p:grpSpPr>
        <a:xfrm>
          <a:off x="0" y="0"/>
          <a:ext cx="0" cy="0"/>
          <a:chOff x="0" y="0"/>
          <a:chExt cx="0" cy="0"/>
        </a:xfrm>
      </p:grpSpPr>
      <p:pic>
        <p:nvPicPr>
          <p:cNvPr id="8" name="Picture 7" descr="inVentivHealth_1216_090036r_final_rgb.jp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1772" y="0"/>
            <a:ext cx="9145772" cy="5143500"/>
          </a:xfrm>
          <a:prstGeom prst="rect">
            <a:avLst/>
          </a:prstGeom>
        </p:spPr>
      </p:pic>
      <p:sp>
        <p:nvSpPr>
          <p:cNvPr id="11" name="Rectangle 10"/>
          <p:cNvSpPr/>
          <p:nvPr userDrawn="1"/>
        </p:nvSpPr>
        <p:spPr>
          <a:xfrm>
            <a:off x="252984" y="1340254"/>
            <a:ext cx="4494862" cy="2313438"/>
          </a:xfrm>
          <a:prstGeom prst="rect">
            <a:avLst/>
          </a:prstGeom>
          <a:solidFill>
            <a:schemeClr val="tx2">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ormAutofit/>
          </a:bodyPr>
          <a:lstStyle/>
          <a:p>
            <a:pPr algn="ctr"/>
            <a:endParaRPr lang="en-US" dirty="0">
              <a:solidFill>
                <a:schemeClr val="tx2"/>
              </a:solidFill>
            </a:endParaRPr>
          </a:p>
        </p:txBody>
      </p:sp>
      <p:sp>
        <p:nvSpPr>
          <p:cNvPr id="13" name="Title 1"/>
          <p:cNvSpPr>
            <a:spLocks noGrp="1"/>
          </p:cNvSpPr>
          <p:nvPr>
            <p:ph type="ctrTitle" hasCustomPrompt="1"/>
          </p:nvPr>
        </p:nvSpPr>
        <p:spPr>
          <a:xfrm>
            <a:off x="388584" y="1818959"/>
            <a:ext cx="4219401" cy="843620"/>
          </a:xfrm>
          <a:prstGeom prst="rect">
            <a:avLst/>
          </a:prstGeom>
        </p:spPr>
        <p:txBody>
          <a:bodyPr rIns="0" anchor="ctr">
            <a:noAutofit/>
          </a:bodyPr>
          <a:lstStyle>
            <a:lvl1pPr algn="l">
              <a:defRPr sz="3000" b="1" i="0" cap="none" baseline="0">
                <a:solidFill>
                  <a:schemeClr val="bg1"/>
                </a:solidFill>
                <a:latin typeface="Arial"/>
                <a:cs typeface="Arial"/>
              </a:defRPr>
            </a:lvl1pPr>
          </a:lstStyle>
          <a:p>
            <a:r>
              <a:rPr lang="en-US" dirty="0"/>
              <a:t>Divider title (Arial Bold, 30pt, orange)</a:t>
            </a:r>
          </a:p>
        </p:txBody>
      </p:sp>
      <p:sp>
        <p:nvSpPr>
          <p:cNvPr id="14" name="Subtitle 2"/>
          <p:cNvSpPr>
            <a:spLocks noGrp="1"/>
          </p:cNvSpPr>
          <p:nvPr>
            <p:ph type="subTitle" idx="1" hasCustomPrompt="1"/>
          </p:nvPr>
        </p:nvSpPr>
        <p:spPr>
          <a:xfrm>
            <a:off x="388584" y="2766487"/>
            <a:ext cx="4217283" cy="479879"/>
          </a:xfrm>
          <a:prstGeom prst="rect">
            <a:avLst/>
          </a:prstGeom>
        </p:spPr>
        <p:txBody>
          <a:bodyPr rIns="0">
            <a:noAutofit/>
          </a:bodyPr>
          <a:lstStyle>
            <a:lvl1pPr marL="0" indent="0" algn="l">
              <a:buNone/>
              <a:defRPr sz="18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Divider subtitle style (Arial, 18pt, black)</a:t>
            </a:r>
          </a:p>
        </p:txBody>
      </p:sp>
      <p:pic>
        <p:nvPicPr>
          <p:cNvPr id="15" name="Picture 14" descr="Photo Divider_color bar.jpg"/>
          <p:cNvPicPr>
            <a:picLocks noChangeAspect="1"/>
          </p:cNvPicPr>
          <p:nvPr userDrawn="1"/>
        </p:nvPicPr>
        <p:blipFill rotWithShape="1">
          <a:blip r:embed="rId3">
            <a:extLst>
              <a:ext uri="{28A0092B-C50C-407E-A947-70E740481C1C}">
                <a14:useLocalDpi xmlns:a14="http://schemas.microsoft.com/office/drawing/2010/main" val="0"/>
              </a:ext>
            </a:extLst>
          </a:blip>
          <a:srcRect t="-10461" r="-402" b="13941"/>
          <a:stretch/>
        </p:blipFill>
        <p:spPr>
          <a:xfrm>
            <a:off x="0" y="1056946"/>
            <a:ext cx="254000" cy="2596746"/>
          </a:xfrm>
          <a:prstGeom prst="rect">
            <a:avLst/>
          </a:prstGeom>
        </p:spPr>
      </p:pic>
    </p:spTree>
    <p:extLst>
      <p:ext uri="{BB962C8B-B14F-4D97-AF65-F5344CB8AC3E}">
        <p14:creationId xmlns:p14="http://schemas.microsoft.com/office/powerpoint/2010/main" val="3720117826"/>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Slide with Image 3">
    <p:spTree>
      <p:nvGrpSpPr>
        <p:cNvPr id="1" name=""/>
        <p:cNvGrpSpPr/>
        <p:nvPr/>
      </p:nvGrpSpPr>
      <p:grpSpPr>
        <a:xfrm>
          <a:off x="0" y="0"/>
          <a:ext cx="0" cy="0"/>
          <a:chOff x="0" y="0"/>
          <a:chExt cx="0" cy="0"/>
        </a:xfrm>
      </p:grpSpPr>
      <p:pic>
        <p:nvPicPr>
          <p:cNvPr id="8" name="Picture 4" descr="\\uscmhpfsw01.gswa.tld\INVENTIV_LAYOUTS\ICS\Clients\Corporate\VOINV_lounge\50859_voinv_iNC_inVentiv_Merger_PPT_Updates\XXXX CREDS DECK\Images\50859_voinv_final_rgb_jpeg\inVentivHealth_1216_089016r_final_rgb.jpg"/>
          <p:cNvPicPr>
            <a:picLocks noChangeAspect="1" noChangeArrowheads="1"/>
          </p:cNvPicPr>
          <p:nvPr userDrawn="1"/>
        </p:nvPicPr>
        <p:blipFill rotWithShape="1">
          <a:blip r:embed="rId2" cstate="screen">
            <a:extLst>
              <a:ext uri="{28A0092B-C50C-407E-A947-70E740481C1C}">
                <a14:useLocalDpi xmlns:a14="http://schemas.microsoft.com/office/drawing/2010/main"/>
              </a:ext>
            </a:extLst>
          </a:blip>
          <a:srcRect/>
          <a:stretch/>
        </p:blipFill>
        <p:spPr bwMode="auto">
          <a:xfrm>
            <a:off x="1528" y="-1"/>
            <a:ext cx="9142471" cy="514350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a:xfrm>
            <a:off x="252984" y="1340254"/>
            <a:ext cx="4494862" cy="2313438"/>
          </a:xfrm>
          <a:prstGeom prst="rect">
            <a:avLst/>
          </a:prstGeom>
          <a:solidFill>
            <a:schemeClr val="tx2">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ormAutofit/>
          </a:bodyPr>
          <a:lstStyle/>
          <a:p>
            <a:pPr algn="ctr"/>
            <a:endParaRPr lang="en-US" dirty="0">
              <a:solidFill>
                <a:schemeClr val="tx2"/>
              </a:solidFill>
            </a:endParaRPr>
          </a:p>
        </p:txBody>
      </p:sp>
      <p:sp>
        <p:nvSpPr>
          <p:cNvPr id="13" name="Title 1"/>
          <p:cNvSpPr>
            <a:spLocks noGrp="1"/>
          </p:cNvSpPr>
          <p:nvPr>
            <p:ph type="ctrTitle" hasCustomPrompt="1"/>
          </p:nvPr>
        </p:nvSpPr>
        <p:spPr>
          <a:xfrm>
            <a:off x="388584" y="1818959"/>
            <a:ext cx="4219401" cy="843620"/>
          </a:xfrm>
          <a:prstGeom prst="rect">
            <a:avLst/>
          </a:prstGeom>
        </p:spPr>
        <p:txBody>
          <a:bodyPr rIns="0" anchor="ctr">
            <a:noAutofit/>
          </a:bodyPr>
          <a:lstStyle>
            <a:lvl1pPr algn="l">
              <a:defRPr sz="3000" b="1" i="0" cap="none" baseline="0">
                <a:solidFill>
                  <a:schemeClr val="bg1"/>
                </a:solidFill>
                <a:latin typeface="Arial"/>
                <a:cs typeface="Arial"/>
              </a:defRPr>
            </a:lvl1pPr>
          </a:lstStyle>
          <a:p>
            <a:r>
              <a:rPr lang="en-US" dirty="0"/>
              <a:t>Divider title (Arial Bold, 30pt, orange)</a:t>
            </a:r>
          </a:p>
        </p:txBody>
      </p:sp>
      <p:sp>
        <p:nvSpPr>
          <p:cNvPr id="14" name="Subtitle 2"/>
          <p:cNvSpPr>
            <a:spLocks noGrp="1"/>
          </p:cNvSpPr>
          <p:nvPr>
            <p:ph type="subTitle" idx="1" hasCustomPrompt="1"/>
          </p:nvPr>
        </p:nvSpPr>
        <p:spPr>
          <a:xfrm>
            <a:off x="388584" y="2766487"/>
            <a:ext cx="4217283" cy="479879"/>
          </a:xfrm>
          <a:prstGeom prst="rect">
            <a:avLst/>
          </a:prstGeom>
        </p:spPr>
        <p:txBody>
          <a:bodyPr rIns="0">
            <a:noAutofit/>
          </a:bodyPr>
          <a:lstStyle>
            <a:lvl1pPr marL="0" indent="0" algn="l">
              <a:buNone/>
              <a:defRPr sz="18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Divider subtitle style (Arial, 18pt, black)</a:t>
            </a:r>
          </a:p>
        </p:txBody>
      </p:sp>
      <p:pic>
        <p:nvPicPr>
          <p:cNvPr id="15" name="Picture 14" descr="Photo Divider_color bar.jpg"/>
          <p:cNvPicPr>
            <a:picLocks noChangeAspect="1"/>
          </p:cNvPicPr>
          <p:nvPr userDrawn="1"/>
        </p:nvPicPr>
        <p:blipFill rotWithShape="1">
          <a:blip r:embed="rId3">
            <a:extLst>
              <a:ext uri="{28A0092B-C50C-407E-A947-70E740481C1C}">
                <a14:useLocalDpi xmlns:a14="http://schemas.microsoft.com/office/drawing/2010/main" val="0"/>
              </a:ext>
            </a:extLst>
          </a:blip>
          <a:srcRect t="-10461" r="-402" b="13941"/>
          <a:stretch/>
        </p:blipFill>
        <p:spPr>
          <a:xfrm>
            <a:off x="0" y="1056946"/>
            <a:ext cx="254000" cy="2596746"/>
          </a:xfrm>
          <a:prstGeom prst="rect">
            <a:avLst/>
          </a:prstGeom>
        </p:spPr>
      </p:pic>
    </p:spTree>
    <p:extLst>
      <p:ext uri="{BB962C8B-B14F-4D97-AF65-F5344CB8AC3E}">
        <p14:creationId xmlns:p14="http://schemas.microsoft.com/office/powerpoint/2010/main" val="407933927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ntent Slide,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920" y="89156"/>
            <a:ext cx="8405432" cy="685800"/>
          </a:xfrm>
          <a:prstGeom prst="rect">
            <a:avLst/>
          </a:prstGeom>
        </p:spPr>
        <p:txBody>
          <a:bodyPr lIns="0" tIns="0" rIns="0" bIns="0" anchor="ctr" anchorCtr="0">
            <a:noAutofit/>
          </a:bodyPr>
          <a:lstStyle>
            <a:lvl1pPr algn="l">
              <a:lnSpc>
                <a:spcPct val="85000"/>
              </a:lnSpc>
              <a:defRPr sz="2000" b="1">
                <a:solidFill>
                  <a:srgbClr val="000000"/>
                </a:solidFill>
              </a:defRPr>
            </a:lvl1pPr>
          </a:lstStyle>
          <a:p>
            <a:r>
              <a:rPr lang="en-US" dirty="0"/>
              <a:t>Click to edit header (Arial Bold, 20pt, black)</a:t>
            </a:r>
          </a:p>
        </p:txBody>
      </p:sp>
      <p:sp>
        <p:nvSpPr>
          <p:cNvPr id="3" name="Content Placeholder 2"/>
          <p:cNvSpPr>
            <a:spLocks noGrp="1"/>
          </p:cNvSpPr>
          <p:nvPr>
            <p:ph idx="1" hasCustomPrompt="1"/>
          </p:nvPr>
        </p:nvSpPr>
        <p:spPr>
          <a:xfrm>
            <a:off x="365920" y="1006417"/>
            <a:ext cx="8394671"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Tree>
    <p:extLst>
      <p:ext uri="{BB962C8B-B14F-4D97-AF65-F5344CB8AC3E}">
        <p14:creationId xmlns:p14="http://schemas.microsoft.com/office/powerpoint/2010/main" val="415498050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2 Columns">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65920" y="1006417"/>
            <a:ext cx="4078950"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2" name="Content Placeholder 2"/>
          <p:cNvSpPr>
            <a:spLocks noGrp="1"/>
          </p:cNvSpPr>
          <p:nvPr>
            <p:ph idx="14" hasCustomPrompt="1"/>
          </p:nvPr>
        </p:nvSpPr>
        <p:spPr>
          <a:xfrm>
            <a:off x="4692402" y="1006417"/>
            <a:ext cx="4078950"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3" name="Title 1"/>
          <p:cNvSpPr>
            <a:spLocks noGrp="1"/>
          </p:cNvSpPr>
          <p:nvPr>
            <p:ph type="title" hasCustomPrompt="1"/>
          </p:nvPr>
        </p:nvSpPr>
        <p:spPr>
          <a:xfrm>
            <a:off x="365920" y="89156"/>
            <a:ext cx="8405432" cy="685800"/>
          </a:xfrm>
          <a:prstGeom prst="rect">
            <a:avLst/>
          </a:prstGeom>
        </p:spPr>
        <p:txBody>
          <a:bodyPr lIns="0" tIns="0" rIns="0" bIns="0" anchor="ctr" anchorCtr="0">
            <a:noAutofit/>
          </a:bodyPr>
          <a:lstStyle>
            <a:lvl1pPr algn="l">
              <a:lnSpc>
                <a:spcPct val="85000"/>
              </a:lnSpc>
              <a:defRPr sz="2000" b="1">
                <a:solidFill>
                  <a:srgbClr val="000000"/>
                </a:solidFill>
              </a:defRPr>
            </a:lvl1pPr>
          </a:lstStyle>
          <a:p>
            <a:r>
              <a:rPr lang="en-US" dirty="0"/>
              <a:t>Click to edit header (Arial Bold, 20pt, black)</a:t>
            </a:r>
          </a:p>
        </p:txBody>
      </p:sp>
    </p:spTree>
    <p:extLst>
      <p:ext uri="{BB962C8B-B14F-4D97-AF65-F5344CB8AC3E}">
        <p14:creationId xmlns:p14="http://schemas.microsoft.com/office/powerpoint/2010/main" val="206376383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3 Columns">
    <p:spTree>
      <p:nvGrpSpPr>
        <p:cNvPr id="1" name=""/>
        <p:cNvGrpSpPr/>
        <p:nvPr/>
      </p:nvGrpSpPr>
      <p:grpSpPr>
        <a:xfrm>
          <a:off x="0" y="0"/>
          <a:ext cx="0" cy="0"/>
          <a:chOff x="0" y="0"/>
          <a:chExt cx="0" cy="0"/>
        </a:xfrm>
      </p:grpSpPr>
      <p:sp>
        <p:nvSpPr>
          <p:cNvPr id="12" name="Content Placeholder 2"/>
          <p:cNvSpPr>
            <a:spLocks noGrp="1"/>
          </p:cNvSpPr>
          <p:nvPr>
            <p:ph idx="1" hasCustomPrompt="1"/>
          </p:nvPr>
        </p:nvSpPr>
        <p:spPr>
          <a:xfrm>
            <a:off x="365920" y="1006417"/>
            <a:ext cx="2660714"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8" name="Content Placeholder 2"/>
          <p:cNvSpPr>
            <a:spLocks noGrp="1"/>
          </p:cNvSpPr>
          <p:nvPr>
            <p:ph idx="16" hasCustomPrompt="1"/>
          </p:nvPr>
        </p:nvSpPr>
        <p:spPr>
          <a:xfrm>
            <a:off x="3237198" y="1006417"/>
            <a:ext cx="2660714"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9" name="Content Placeholder 2"/>
          <p:cNvSpPr>
            <a:spLocks noGrp="1"/>
          </p:cNvSpPr>
          <p:nvPr>
            <p:ph idx="17" hasCustomPrompt="1"/>
          </p:nvPr>
        </p:nvSpPr>
        <p:spPr>
          <a:xfrm>
            <a:off x="6108476" y="1006417"/>
            <a:ext cx="2660714"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3" name="Title 1"/>
          <p:cNvSpPr>
            <a:spLocks noGrp="1"/>
          </p:cNvSpPr>
          <p:nvPr>
            <p:ph type="title" hasCustomPrompt="1"/>
          </p:nvPr>
        </p:nvSpPr>
        <p:spPr>
          <a:xfrm>
            <a:off x="365920" y="89156"/>
            <a:ext cx="8405432" cy="685800"/>
          </a:xfrm>
          <a:prstGeom prst="rect">
            <a:avLst/>
          </a:prstGeom>
        </p:spPr>
        <p:txBody>
          <a:bodyPr lIns="0" tIns="0" rIns="0" bIns="0" anchor="ctr" anchorCtr="0">
            <a:noAutofit/>
          </a:bodyPr>
          <a:lstStyle>
            <a:lvl1pPr algn="l">
              <a:lnSpc>
                <a:spcPct val="85000"/>
              </a:lnSpc>
              <a:defRPr sz="2000" b="1">
                <a:solidFill>
                  <a:srgbClr val="000000"/>
                </a:solidFill>
              </a:defRPr>
            </a:lvl1pPr>
          </a:lstStyle>
          <a:p>
            <a:r>
              <a:rPr lang="en-US" dirty="0"/>
              <a:t>Click to edit header (Arial Bold, 20pt, black)</a:t>
            </a:r>
          </a:p>
        </p:txBody>
      </p:sp>
    </p:spTree>
    <p:extLst>
      <p:ext uri="{BB962C8B-B14F-4D97-AF65-F5344CB8AC3E}">
        <p14:creationId xmlns:p14="http://schemas.microsoft.com/office/powerpoint/2010/main" val="286498105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4 Columns">
    <p:spTree>
      <p:nvGrpSpPr>
        <p:cNvPr id="1" name=""/>
        <p:cNvGrpSpPr/>
        <p:nvPr/>
      </p:nvGrpSpPr>
      <p:grpSpPr>
        <a:xfrm>
          <a:off x="0" y="0"/>
          <a:ext cx="0" cy="0"/>
          <a:chOff x="0" y="0"/>
          <a:chExt cx="0" cy="0"/>
        </a:xfrm>
      </p:grpSpPr>
      <p:sp>
        <p:nvSpPr>
          <p:cNvPr id="12" name="Content Placeholder 2"/>
          <p:cNvSpPr>
            <a:spLocks noGrp="1"/>
          </p:cNvSpPr>
          <p:nvPr>
            <p:ph idx="1" hasCustomPrompt="1"/>
          </p:nvPr>
        </p:nvSpPr>
        <p:spPr>
          <a:xfrm>
            <a:off x="365920" y="1006417"/>
            <a:ext cx="2010497" cy="3309656"/>
          </a:xfrm>
          <a:prstGeom prst="rect">
            <a:avLst/>
          </a:prstGeom>
        </p:spPr>
        <p:txBody>
          <a:bodyPr lIns="0" tIns="0" rIns="0" bIns="0"/>
          <a:lstStyle>
            <a:lvl1pPr marL="112713" indent="-112713">
              <a:lnSpc>
                <a:spcPct val="110000"/>
              </a:lnSpc>
              <a:spcBef>
                <a:spcPts val="400"/>
              </a:spcBef>
              <a:buSzPct val="75000"/>
              <a:defRPr sz="1800" b="0">
                <a:solidFill>
                  <a:schemeClr val="tx1"/>
                </a:solidFill>
              </a:defRPr>
            </a:lvl1pPr>
            <a:lvl2pPr marL="344488" indent="-115888">
              <a:lnSpc>
                <a:spcPct val="110000"/>
              </a:lnSpc>
              <a:spcBef>
                <a:spcPts val="300"/>
              </a:spcBef>
              <a:buSzPct val="75000"/>
              <a:defRPr sz="1600" b="0">
                <a:solidFill>
                  <a:schemeClr val="tx1"/>
                </a:solidFill>
              </a:defRPr>
            </a:lvl2pPr>
            <a:lvl3pPr marL="569913" indent="-112713">
              <a:lnSpc>
                <a:spcPct val="110000"/>
              </a:lnSpc>
              <a:spcBef>
                <a:spcPts val="300"/>
              </a:spcBef>
              <a:buSzPct val="75000"/>
              <a:defRPr sz="1400" b="0">
                <a:solidFill>
                  <a:schemeClr val="tx1"/>
                </a:solidFill>
              </a:defRPr>
            </a:lvl3pPr>
            <a:lvl4pPr marL="801688" indent="-115888">
              <a:lnSpc>
                <a:spcPct val="110000"/>
              </a:lnSpc>
              <a:spcBef>
                <a:spcPts val="250"/>
              </a:spcBef>
              <a:buSzPct val="75000"/>
              <a:defRPr sz="1200" b="0">
                <a:solidFill>
                  <a:schemeClr val="tx1"/>
                </a:solidFill>
              </a:defRPr>
            </a:lvl4pPr>
            <a:lvl5pPr marL="1027113" indent="-112713">
              <a:lnSpc>
                <a:spcPct val="110000"/>
              </a:lnSpc>
              <a:spcBef>
                <a:spcPts val="200"/>
              </a:spcBef>
              <a:buSzPct val="75000"/>
              <a:defRPr sz="1000" b="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9" name="Content Placeholder 2"/>
          <p:cNvSpPr>
            <a:spLocks noGrp="1"/>
          </p:cNvSpPr>
          <p:nvPr>
            <p:ph idx="16" hasCustomPrompt="1"/>
          </p:nvPr>
        </p:nvSpPr>
        <p:spPr>
          <a:xfrm>
            <a:off x="2496450" y="1006417"/>
            <a:ext cx="2010497" cy="3309656"/>
          </a:xfrm>
          <a:prstGeom prst="rect">
            <a:avLst/>
          </a:prstGeom>
        </p:spPr>
        <p:txBody>
          <a:bodyPr lIns="0" tIns="0" rIns="0" bIns="0"/>
          <a:lstStyle>
            <a:lvl1pPr marL="112713" indent="-112713">
              <a:lnSpc>
                <a:spcPct val="110000"/>
              </a:lnSpc>
              <a:spcBef>
                <a:spcPts val="400"/>
              </a:spcBef>
              <a:buSzPct val="75000"/>
              <a:defRPr sz="1800" b="0">
                <a:solidFill>
                  <a:schemeClr val="tx1"/>
                </a:solidFill>
              </a:defRPr>
            </a:lvl1pPr>
            <a:lvl2pPr marL="344488" indent="-115888">
              <a:lnSpc>
                <a:spcPct val="110000"/>
              </a:lnSpc>
              <a:spcBef>
                <a:spcPts val="300"/>
              </a:spcBef>
              <a:buSzPct val="75000"/>
              <a:defRPr sz="1600" b="0">
                <a:solidFill>
                  <a:schemeClr val="tx1"/>
                </a:solidFill>
              </a:defRPr>
            </a:lvl2pPr>
            <a:lvl3pPr marL="569913" indent="-112713">
              <a:lnSpc>
                <a:spcPct val="110000"/>
              </a:lnSpc>
              <a:spcBef>
                <a:spcPts val="300"/>
              </a:spcBef>
              <a:buSzPct val="75000"/>
              <a:defRPr sz="1400" b="0">
                <a:solidFill>
                  <a:schemeClr val="tx1"/>
                </a:solidFill>
              </a:defRPr>
            </a:lvl3pPr>
            <a:lvl4pPr marL="801688" indent="-115888">
              <a:lnSpc>
                <a:spcPct val="110000"/>
              </a:lnSpc>
              <a:spcBef>
                <a:spcPts val="250"/>
              </a:spcBef>
              <a:buSzPct val="75000"/>
              <a:defRPr sz="1200" b="0">
                <a:solidFill>
                  <a:schemeClr val="tx1"/>
                </a:solidFill>
              </a:defRPr>
            </a:lvl4pPr>
            <a:lvl5pPr marL="1027113" indent="-112713">
              <a:lnSpc>
                <a:spcPct val="110000"/>
              </a:lnSpc>
              <a:spcBef>
                <a:spcPts val="200"/>
              </a:spcBef>
              <a:buSzPct val="75000"/>
              <a:defRPr sz="1000" b="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20" name="Content Placeholder 2"/>
          <p:cNvSpPr>
            <a:spLocks noGrp="1"/>
          </p:cNvSpPr>
          <p:nvPr>
            <p:ph idx="17" hasCustomPrompt="1"/>
          </p:nvPr>
        </p:nvSpPr>
        <p:spPr>
          <a:xfrm>
            <a:off x="4626980" y="1006417"/>
            <a:ext cx="2010497" cy="3309656"/>
          </a:xfrm>
          <a:prstGeom prst="rect">
            <a:avLst/>
          </a:prstGeom>
        </p:spPr>
        <p:txBody>
          <a:bodyPr lIns="0" tIns="0" rIns="0" bIns="0"/>
          <a:lstStyle>
            <a:lvl1pPr marL="112713" indent="-112713">
              <a:lnSpc>
                <a:spcPct val="110000"/>
              </a:lnSpc>
              <a:spcBef>
                <a:spcPts val="400"/>
              </a:spcBef>
              <a:buSzPct val="75000"/>
              <a:defRPr sz="1800" b="0">
                <a:solidFill>
                  <a:schemeClr val="tx1"/>
                </a:solidFill>
              </a:defRPr>
            </a:lvl1pPr>
            <a:lvl2pPr marL="344488" indent="-115888">
              <a:lnSpc>
                <a:spcPct val="110000"/>
              </a:lnSpc>
              <a:spcBef>
                <a:spcPts val="300"/>
              </a:spcBef>
              <a:buSzPct val="75000"/>
              <a:defRPr sz="1600" b="0">
                <a:solidFill>
                  <a:schemeClr val="tx1"/>
                </a:solidFill>
              </a:defRPr>
            </a:lvl2pPr>
            <a:lvl3pPr marL="569913" indent="-112713">
              <a:lnSpc>
                <a:spcPct val="110000"/>
              </a:lnSpc>
              <a:spcBef>
                <a:spcPts val="300"/>
              </a:spcBef>
              <a:buSzPct val="75000"/>
              <a:defRPr sz="1400" b="0">
                <a:solidFill>
                  <a:schemeClr val="tx1"/>
                </a:solidFill>
              </a:defRPr>
            </a:lvl3pPr>
            <a:lvl4pPr marL="801688" indent="-115888">
              <a:lnSpc>
                <a:spcPct val="110000"/>
              </a:lnSpc>
              <a:spcBef>
                <a:spcPts val="250"/>
              </a:spcBef>
              <a:buSzPct val="75000"/>
              <a:defRPr sz="1200" b="0">
                <a:solidFill>
                  <a:schemeClr val="tx1"/>
                </a:solidFill>
              </a:defRPr>
            </a:lvl4pPr>
            <a:lvl5pPr marL="1027113" indent="-112713">
              <a:lnSpc>
                <a:spcPct val="110000"/>
              </a:lnSpc>
              <a:spcBef>
                <a:spcPts val="200"/>
              </a:spcBef>
              <a:buSzPct val="75000"/>
              <a:defRPr sz="1000" b="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21" name="Content Placeholder 2"/>
          <p:cNvSpPr>
            <a:spLocks noGrp="1"/>
          </p:cNvSpPr>
          <p:nvPr>
            <p:ph idx="18" hasCustomPrompt="1"/>
          </p:nvPr>
        </p:nvSpPr>
        <p:spPr>
          <a:xfrm>
            <a:off x="6757510" y="1006417"/>
            <a:ext cx="2010497" cy="3309656"/>
          </a:xfrm>
          <a:prstGeom prst="rect">
            <a:avLst/>
          </a:prstGeom>
        </p:spPr>
        <p:txBody>
          <a:bodyPr lIns="0" tIns="0" rIns="0" bIns="0"/>
          <a:lstStyle>
            <a:lvl1pPr marL="112713" indent="-112713">
              <a:lnSpc>
                <a:spcPct val="110000"/>
              </a:lnSpc>
              <a:spcBef>
                <a:spcPts val="400"/>
              </a:spcBef>
              <a:buSzPct val="75000"/>
              <a:defRPr sz="1800" b="0">
                <a:solidFill>
                  <a:schemeClr val="tx1"/>
                </a:solidFill>
              </a:defRPr>
            </a:lvl1pPr>
            <a:lvl2pPr marL="344488" indent="-115888">
              <a:lnSpc>
                <a:spcPct val="110000"/>
              </a:lnSpc>
              <a:spcBef>
                <a:spcPts val="300"/>
              </a:spcBef>
              <a:buSzPct val="75000"/>
              <a:defRPr sz="1600" b="0">
                <a:solidFill>
                  <a:schemeClr val="tx1"/>
                </a:solidFill>
              </a:defRPr>
            </a:lvl2pPr>
            <a:lvl3pPr marL="569913" indent="-112713">
              <a:lnSpc>
                <a:spcPct val="110000"/>
              </a:lnSpc>
              <a:spcBef>
                <a:spcPts val="300"/>
              </a:spcBef>
              <a:buSzPct val="75000"/>
              <a:defRPr sz="1400" b="0">
                <a:solidFill>
                  <a:schemeClr val="tx1"/>
                </a:solidFill>
              </a:defRPr>
            </a:lvl3pPr>
            <a:lvl4pPr marL="801688" indent="-115888">
              <a:lnSpc>
                <a:spcPct val="110000"/>
              </a:lnSpc>
              <a:spcBef>
                <a:spcPts val="250"/>
              </a:spcBef>
              <a:buSzPct val="75000"/>
              <a:defRPr sz="1200" b="0">
                <a:solidFill>
                  <a:schemeClr val="tx1"/>
                </a:solidFill>
              </a:defRPr>
            </a:lvl4pPr>
            <a:lvl5pPr marL="1027113" indent="-112713">
              <a:lnSpc>
                <a:spcPct val="110000"/>
              </a:lnSpc>
              <a:spcBef>
                <a:spcPts val="200"/>
              </a:spcBef>
              <a:buSzPct val="75000"/>
              <a:defRPr sz="1000" b="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3" name="Title 1"/>
          <p:cNvSpPr>
            <a:spLocks noGrp="1"/>
          </p:cNvSpPr>
          <p:nvPr>
            <p:ph type="title" hasCustomPrompt="1"/>
          </p:nvPr>
        </p:nvSpPr>
        <p:spPr>
          <a:xfrm>
            <a:off x="365920" y="89156"/>
            <a:ext cx="8405432" cy="685800"/>
          </a:xfrm>
          <a:prstGeom prst="rect">
            <a:avLst/>
          </a:prstGeom>
        </p:spPr>
        <p:txBody>
          <a:bodyPr lIns="0" tIns="0" rIns="0" bIns="0" anchor="ctr" anchorCtr="0">
            <a:noAutofit/>
          </a:bodyPr>
          <a:lstStyle>
            <a:lvl1pPr algn="l">
              <a:lnSpc>
                <a:spcPct val="85000"/>
              </a:lnSpc>
              <a:defRPr sz="2000" b="1">
                <a:solidFill>
                  <a:srgbClr val="000000"/>
                </a:solidFill>
              </a:defRPr>
            </a:lvl1pPr>
          </a:lstStyle>
          <a:p>
            <a:r>
              <a:rPr lang="en-US" dirty="0"/>
              <a:t>Click to edit header (Arial Bold, 20pt, black)</a:t>
            </a:r>
          </a:p>
        </p:txBody>
      </p:sp>
    </p:spTree>
    <p:extLst>
      <p:ext uri="{BB962C8B-B14F-4D97-AF65-F5344CB8AC3E}">
        <p14:creationId xmlns:p14="http://schemas.microsoft.com/office/powerpoint/2010/main" val="284950023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No Bod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920" y="89156"/>
            <a:ext cx="8405432" cy="685800"/>
          </a:xfrm>
          <a:prstGeom prst="rect">
            <a:avLst/>
          </a:prstGeom>
        </p:spPr>
        <p:txBody>
          <a:bodyPr lIns="0" tIns="0" rIns="0" bIns="0" anchor="ctr" anchorCtr="0">
            <a:noAutofit/>
          </a:bodyPr>
          <a:lstStyle>
            <a:lvl1pPr algn="l">
              <a:lnSpc>
                <a:spcPct val="85000"/>
              </a:lnSpc>
              <a:defRPr sz="2000" b="1">
                <a:solidFill>
                  <a:srgbClr val="000000"/>
                </a:solidFill>
              </a:defRPr>
            </a:lvl1pPr>
          </a:lstStyle>
          <a:p>
            <a:r>
              <a:rPr lang="en-US" dirty="0"/>
              <a:t>Click to edit header (Arial Bold, 20pt, black)</a:t>
            </a:r>
          </a:p>
        </p:txBody>
      </p:sp>
    </p:spTree>
    <p:extLst>
      <p:ext uri="{BB962C8B-B14F-4D97-AF65-F5344CB8AC3E}">
        <p14:creationId xmlns:p14="http://schemas.microsoft.com/office/powerpoint/2010/main" val="127530085"/>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with Subtitle, 1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920" y="89156"/>
            <a:ext cx="8405432" cy="377355"/>
          </a:xfrm>
          <a:prstGeom prst="rect">
            <a:avLst/>
          </a:prstGeom>
        </p:spPr>
        <p:txBody>
          <a:bodyPr lIns="0" tIns="0" rIns="0" bIns="0" anchor="b" anchorCtr="0">
            <a:noAutofit/>
          </a:bodyPr>
          <a:lstStyle>
            <a:lvl1pPr algn="l">
              <a:lnSpc>
                <a:spcPct val="85000"/>
              </a:lnSpc>
              <a:defRPr sz="2000" b="1">
                <a:solidFill>
                  <a:srgbClr val="000000"/>
                </a:solidFill>
              </a:defRPr>
            </a:lvl1pPr>
          </a:lstStyle>
          <a:p>
            <a:r>
              <a:rPr lang="en-US" dirty="0"/>
              <a:t>Click to edit header (Arial Bold, 20pt, black)</a:t>
            </a:r>
          </a:p>
        </p:txBody>
      </p:sp>
      <p:sp>
        <p:nvSpPr>
          <p:cNvPr id="12" name="Text Placeholder 9"/>
          <p:cNvSpPr>
            <a:spLocks noGrp="1"/>
          </p:cNvSpPr>
          <p:nvPr>
            <p:ph type="body" sz="quarter" idx="13" hasCustomPrompt="1"/>
          </p:nvPr>
        </p:nvSpPr>
        <p:spPr>
          <a:xfrm>
            <a:off x="365920" y="488652"/>
            <a:ext cx="8394671" cy="267398"/>
          </a:xfrm>
          <a:prstGeom prst="rect">
            <a:avLst/>
          </a:prstGeom>
        </p:spPr>
        <p:txBody>
          <a:bodyPr lIns="0" tIns="0" rIns="0" bIns="0">
            <a:noAutofit/>
          </a:bodyPr>
          <a:lstStyle>
            <a:lvl1pPr marL="0" indent="0">
              <a:lnSpc>
                <a:spcPct val="100000"/>
              </a:lnSpc>
              <a:spcBef>
                <a:spcPts val="0"/>
              </a:spcBef>
              <a:buNone/>
              <a:defRPr sz="1400" b="0">
                <a:solidFill>
                  <a:srgbClr val="000000"/>
                </a:solidFill>
                <a:latin typeface="+mj-lt"/>
              </a:defRPr>
            </a:lvl1pPr>
          </a:lstStyle>
          <a:p>
            <a:pPr lvl="0"/>
            <a:r>
              <a:rPr lang="en-GB" dirty="0"/>
              <a:t>Click to insert subtitle (Arial, 14pt, black)</a:t>
            </a:r>
            <a:endParaRPr lang="en-US" dirty="0"/>
          </a:p>
        </p:txBody>
      </p:sp>
      <p:sp>
        <p:nvSpPr>
          <p:cNvPr id="5" name="Content Placeholder 2"/>
          <p:cNvSpPr>
            <a:spLocks noGrp="1"/>
          </p:cNvSpPr>
          <p:nvPr>
            <p:ph idx="1" hasCustomPrompt="1"/>
          </p:nvPr>
        </p:nvSpPr>
        <p:spPr>
          <a:xfrm>
            <a:off x="365920" y="1006417"/>
            <a:ext cx="8394671" cy="3309656"/>
          </a:xfrm>
          <a:prstGeom prst="rect">
            <a:avLst/>
          </a:prstGeom>
        </p:spPr>
        <p:txBody>
          <a:bodyPr lIns="0" tIns="0" rIns="0" bIns="0"/>
          <a:lstStyle>
            <a:lvl1pPr marL="112713" indent="-112713">
              <a:lnSpc>
                <a:spcPct val="110000"/>
              </a:lnSpc>
              <a:spcBef>
                <a:spcPts val="400"/>
              </a:spcBef>
              <a:buSzPct val="75000"/>
              <a:defRPr sz="1800" b="0">
                <a:solidFill>
                  <a:schemeClr val="tx1"/>
                </a:solidFill>
              </a:defRPr>
            </a:lvl1pPr>
            <a:lvl2pPr marL="344488" indent="-115888">
              <a:lnSpc>
                <a:spcPct val="110000"/>
              </a:lnSpc>
              <a:spcBef>
                <a:spcPts val="300"/>
              </a:spcBef>
              <a:buSzPct val="75000"/>
              <a:defRPr sz="1600" b="0">
                <a:solidFill>
                  <a:schemeClr val="tx1"/>
                </a:solidFill>
              </a:defRPr>
            </a:lvl2pPr>
            <a:lvl3pPr marL="569913" indent="-112713">
              <a:lnSpc>
                <a:spcPct val="110000"/>
              </a:lnSpc>
              <a:spcBef>
                <a:spcPts val="300"/>
              </a:spcBef>
              <a:buSzPct val="75000"/>
              <a:defRPr sz="1400" b="0">
                <a:solidFill>
                  <a:schemeClr val="tx1"/>
                </a:solidFill>
              </a:defRPr>
            </a:lvl3pPr>
            <a:lvl4pPr marL="801688" indent="-115888">
              <a:lnSpc>
                <a:spcPct val="110000"/>
              </a:lnSpc>
              <a:spcBef>
                <a:spcPts val="250"/>
              </a:spcBef>
              <a:buSzPct val="75000"/>
              <a:defRPr sz="1200" b="0">
                <a:solidFill>
                  <a:schemeClr val="tx1"/>
                </a:solidFill>
              </a:defRPr>
            </a:lvl4pPr>
            <a:lvl5pPr marL="1027113" indent="-112713">
              <a:lnSpc>
                <a:spcPct val="110000"/>
              </a:lnSpc>
              <a:spcBef>
                <a:spcPts val="200"/>
              </a:spcBef>
              <a:buSzPct val="75000"/>
              <a:defRPr sz="1000" b="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Tree>
    <p:extLst>
      <p:ext uri="{BB962C8B-B14F-4D97-AF65-F5344CB8AC3E}">
        <p14:creationId xmlns:p14="http://schemas.microsoft.com/office/powerpoint/2010/main" val="385466253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with Subtitle, 2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365920" y="89156"/>
            <a:ext cx="8405432" cy="377355"/>
          </a:xfrm>
          <a:prstGeom prst="rect">
            <a:avLst/>
          </a:prstGeom>
        </p:spPr>
        <p:txBody>
          <a:bodyPr lIns="0" tIns="0" rIns="0" bIns="0" anchor="b" anchorCtr="0">
            <a:noAutofit/>
          </a:bodyPr>
          <a:lstStyle>
            <a:lvl1pPr algn="l">
              <a:lnSpc>
                <a:spcPct val="85000"/>
              </a:lnSpc>
              <a:defRPr sz="2000" b="1">
                <a:solidFill>
                  <a:srgbClr val="000000"/>
                </a:solidFill>
              </a:defRPr>
            </a:lvl1pPr>
          </a:lstStyle>
          <a:p>
            <a:r>
              <a:rPr lang="en-US" dirty="0"/>
              <a:t>Click to edit header (Arial Bold, 20pt, black)</a:t>
            </a:r>
          </a:p>
        </p:txBody>
      </p:sp>
      <p:sp>
        <p:nvSpPr>
          <p:cNvPr id="18" name="Text Placeholder 9"/>
          <p:cNvSpPr>
            <a:spLocks noGrp="1"/>
          </p:cNvSpPr>
          <p:nvPr>
            <p:ph type="body" sz="quarter" idx="13" hasCustomPrompt="1"/>
          </p:nvPr>
        </p:nvSpPr>
        <p:spPr>
          <a:xfrm>
            <a:off x="365920" y="488652"/>
            <a:ext cx="8394671" cy="267398"/>
          </a:xfrm>
          <a:prstGeom prst="rect">
            <a:avLst/>
          </a:prstGeom>
        </p:spPr>
        <p:txBody>
          <a:bodyPr lIns="0" tIns="0" rIns="0" bIns="0">
            <a:noAutofit/>
          </a:bodyPr>
          <a:lstStyle>
            <a:lvl1pPr marL="0" indent="0">
              <a:lnSpc>
                <a:spcPct val="100000"/>
              </a:lnSpc>
              <a:spcBef>
                <a:spcPts val="0"/>
              </a:spcBef>
              <a:buNone/>
              <a:defRPr sz="1400" b="0">
                <a:solidFill>
                  <a:srgbClr val="000000"/>
                </a:solidFill>
                <a:latin typeface="+mj-lt"/>
              </a:defRPr>
            </a:lvl1pPr>
          </a:lstStyle>
          <a:p>
            <a:pPr lvl="0"/>
            <a:r>
              <a:rPr lang="en-GB" dirty="0"/>
              <a:t>Click to insert subtitle (Arial, 14pt, black)</a:t>
            </a:r>
            <a:endParaRPr lang="en-US" dirty="0"/>
          </a:p>
        </p:txBody>
      </p:sp>
      <p:sp>
        <p:nvSpPr>
          <p:cNvPr id="6" name="Content Placeholder 2"/>
          <p:cNvSpPr>
            <a:spLocks noGrp="1"/>
          </p:cNvSpPr>
          <p:nvPr>
            <p:ph idx="1" hasCustomPrompt="1"/>
          </p:nvPr>
        </p:nvSpPr>
        <p:spPr>
          <a:xfrm>
            <a:off x="365920" y="1006417"/>
            <a:ext cx="4078950" cy="3309656"/>
          </a:xfrm>
          <a:prstGeom prst="rect">
            <a:avLst/>
          </a:prstGeom>
        </p:spPr>
        <p:txBody>
          <a:bodyPr lIns="0" tIns="0" rIns="0" bIns="0"/>
          <a:lstStyle>
            <a:lvl1pPr marL="112713" indent="-112713">
              <a:lnSpc>
                <a:spcPct val="110000"/>
              </a:lnSpc>
              <a:spcBef>
                <a:spcPts val="400"/>
              </a:spcBef>
              <a:buSzPct val="75000"/>
              <a:defRPr sz="1800" b="0">
                <a:solidFill>
                  <a:schemeClr val="tx1"/>
                </a:solidFill>
              </a:defRPr>
            </a:lvl1pPr>
            <a:lvl2pPr marL="344488" indent="-115888">
              <a:lnSpc>
                <a:spcPct val="110000"/>
              </a:lnSpc>
              <a:spcBef>
                <a:spcPts val="300"/>
              </a:spcBef>
              <a:buSzPct val="75000"/>
              <a:defRPr sz="1600" b="0">
                <a:solidFill>
                  <a:schemeClr val="tx1"/>
                </a:solidFill>
              </a:defRPr>
            </a:lvl2pPr>
            <a:lvl3pPr marL="569913" indent="-112713">
              <a:lnSpc>
                <a:spcPct val="110000"/>
              </a:lnSpc>
              <a:spcBef>
                <a:spcPts val="300"/>
              </a:spcBef>
              <a:buSzPct val="75000"/>
              <a:defRPr sz="1400" b="0">
                <a:solidFill>
                  <a:schemeClr val="tx1"/>
                </a:solidFill>
              </a:defRPr>
            </a:lvl3pPr>
            <a:lvl4pPr marL="801688" indent="-115888">
              <a:lnSpc>
                <a:spcPct val="110000"/>
              </a:lnSpc>
              <a:spcBef>
                <a:spcPts val="250"/>
              </a:spcBef>
              <a:buSzPct val="75000"/>
              <a:defRPr sz="1200" b="0">
                <a:solidFill>
                  <a:schemeClr val="tx1"/>
                </a:solidFill>
              </a:defRPr>
            </a:lvl4pPr>
            <a:lvl5pPr marL="1027113" indent="-112713">
              <a:lnSpc>
                <a:spcPct val="110000"/>
              </a:lnSpc>
              <a:spcBef>
                <a:spcPts val="200"/>
              </a:spcBef>
              <a:buSzPct val="75000"/>
              <a:defRPr sz="1000" b="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7" name="Content Placeholder 2"/>
          <p:cNvSpPr>
            <a:spLocks noGrp="1"/>
          </p:cNvSpPr>
          <p:nvPr>
            <p:ph idx="14" hasCustomPrompt="1"/>
          </p:nvPr>
        </p:nvSpPr>
        <p:spPr>
          <a:xfrm>
            <a:off x="4692402" y="1006417"/>
            <a:ext cx="4078950"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Tree>
    <p:extLst>
      <p:ext uri="{BB962C8B-B14F-4D97-AF65-F5344CB8AC3E}">
        <p14:creationId xmlns:p14="http://schemas.microsoft.com/office/powerpoint/2010/main" val="182628251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with Subtitle, 3 Column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365920" y="89156"/>
            <a:ext cx="8405432" cy="377355"/>
          </a:xfrm>
          <a:prstGeom prst="rect">
            <a:avLst/>
          </a:prstGeom>
        </p:spPr>
        <p:txBody>
          <a:bodyPr lIns="0" tIns="0" rIns="0" bIns="0" anchor="b" anchorCtr="0">
            <a:noAutofit/>
          </a:bodyPr>
          <a:lstStyle>
            <a:lvl1pPr algn="l">
              <a:lnSpc>
                <a:spcPct val="85000"/>
              </a:lnSpc>
              <a:defRPr sz="2000" b="1">
                <a:solidFill>
                  <a:srgbClr val="000000"/>
                </a:solidFill>
              </a:defRPr>
            </a:lvl1pPr>
          </a:lstStyle>
          <a:p>
            <a:r>
              <a:rPr lang="en-US" dirty="0"/>
              <a:t>Click to edit header (Arial Bold, 20pt, black)</a:t>
            </a:r>
          </a:p>
        </p:txBody>
      </p:sp>
      <p:sp>
        <p:nvSpPr>
          <p:cNvPr id="17" name="Text Placeholder 9"/>
          <p:cNvSpPr>
            <a:spLocks noGrp="1"/>
          </p:cNvSpPr>
          <p:nvPr>
            <p:ph type="body" sz="quarter" idx="13" hasCustomPrompt="1"/>
          </p:nvPr>
        </p:nvSpPr>
        <p:spPr>
          <a:xfrm>
            <a:off x="365920" y="488652"/>
            <a:ext cx="8394671" cy="267398"/>
          </a:xfrm>
          <a:prstGeom prst="rect">
            <a:avLst/>
          </a:prstGeom>
        </p:spPr>
        <p:txBody>
          <a:bodyPr lIns="0" tIns="0" rIns="0" bIns="0">
            <a:noAutofit/>
          </a:bodyPr>
          <a:lstStyle>
            <a:lvl1pPr marL="0" indent="0">
              <a:lnSpc>
                <a:spcPct val="100000"/>
              </a:lnSpc>
              <a:spcBef>
                <a:spcPts val="0"/>
              </a:spcBef>
              <a:buNone/>
              <a:defRPr sz="1400" b="0">
                <a:solidFill>
                  <a:srgbClr val="000000"/>
                </a:solidFill>
                <a:latin typeface="+mj-lt"/>
              </a:defRPr>
            </a:lvl1pPr>
          </a:lstStyle>
          <a:p>
            <a:pPr lvl="0"/>
            <a:r>
              <a:rPr lang="en-GB" dirty="0"/>
              <a:t>Click to insert subtitle (Arial 14 </a:t>
            </a:r>
            <a:r>
              <a:rPr lang="en-GB" dirty="0" err="1"/>
              <a:t>pt</a:t>
            </a:r>
            <a:r>
              <a:rPr lang="en-GB" dirty="0"/>
              <a:t>, black)</a:t>
            </a:r>
            <a:endParaRPr lang="en-US" dirty="0"/>
          </a:p>
        </p:txBody>
      </p:sp>
      <p:sp>
        <p:nvSpPr>
          <p:cNvPr id="7" name="Content Placeholder 2"/>
          <p:cNvSpPr>
            <a:spLocks noGrp="1"/>
          </p:cNvSpPr>
          <p:nvPr>
            <p:ph idx="1" hasCustomPrompt="1"/>
          </p:nvPr>
        </p:nvSpPr>
        <p:spPr>
          <a:xfrm>
            <a:off x="365920" y="1006417"/>
            <a:ext cx="2660714"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8" name="Content Placeholder 2"/>
          <p:cNvSpPr>
            <a:spLocks noGrp="1"/>
          </p:cNvSpPr>
          <p:nvPr>
            <p:ph idx="16" hasCustomPrompt="1"/>
          </p:nvPr>
        </p:nvSpPr>
        <p:spPr>
          <a:xfrm>
            <a:off x="3237198" y="1006417"/>
            <a:ext cx="2660714"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9" name="Content Placeholder 2"/>
          <p:cNvSpPr>
            <a:spLocks noGrp="1"/>
          </p:cNvSpPr>
          <p:nvPr>
            <p:ph idx="17" hasCustomPrompt="1"/>
          </p:nvPr>
        </p:nvSpPr>
        <p:spPr>
          <a:xfrm>
            <a:off x="6108476" y="1006417"/>
            <a:ext cx="2660714"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Tree>
    <p:extLst>
      <p:ext uri="{BB962C8B-B14F-4D97-AF65-F5344CB8AC3E}">
        <p14:creationId xmlns:p14="http://schemas.microsoft.com/office/powerpoint/2010/main" val="237265587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with Subtitle, 4 Columns">
    <p:spTree>
      <p:nvGrpSpPr>
        <p:cNvPr id="1" name=""/>
        <p:cNvGrpSpPr/>
        <p:nvPr/>
      </p:nvGrpSpPr>
      <p:grpSpPr>
        <a:xfrm>
          <a:off x="0" y="0"/>
          <a:ext cx="0" cy="0"/>
          <a:chOff x="0" y="0"/>
          <a:chExt cx="0" cy="0"/>
        </a:xfrm>
      </p:grpSpPr>
      <p:sp>
        <p:nvSpPr>
          <p:cNvPr id="15" name="Title 1"/>
          <p:cNvSpPr>
            <a:spLocks noGrp="1"/>
          </p:cNvSpPr>
          <p:nvPr>
            <p:ph type="title" hasCustomPrompt="1"/>
          </p:nvPr>
        </p:nvSpPr>
        <p:spPr>
          <a:xfrm>
            <a:off x="365920" y="89156"/>
            <a:ext cx="8405432" cy="377355"/>
          </a:xfrm>
          <a:prstGeom prst="rect">
            <a:avLst/>
          </a:prstGeom>
        </p:spPr>
        <p:txBody>
          <a:bodyPr lIns="0" tIns="0" rIns="0" bIns="0" anchor="b" anchorCtr="0">
            <a:noAutofit/>
          </a:bodyPr>
          <a:lstStyle>
            <a:lvl1pPr algn="l">
              <a:lnSpc>
                <a:spcPct val="85000"/>
              </a:lnSpc>
              <a:defRPr sz="2000" b="1">
                <a:solidFill>
                  <a:srgbClr val="000000"/>
                </a:solidFill>
              </a:defRPr>
            </a:lvl1pPr>
          </a:lstStyle>
          <a:p>
            <a:r>
              <a:rPr lang="en-US" dirty="0"/>
              <a:t>Click to edit header (Arial Bold, 20pt, black)</a:t>
            </a:r>
          </a:p>
        </p:txBody>
      </p:sp>
      <p:sp>
        <p:nvSpPr>
          <p:cNvPr id="18" name="Text Placeholder 9"/>
          <p:cNvSpPr>
            <a:spLocks noGrp="1"/>
          </p:cNvSpPr>
          <p:nvPr>
            <p:ph type="body" sz="quarter" idx="13" hasCustomPrompt="1"/>
          </p:nvPr>
        </p:nvSpPr>
        <p:spPr>
          <a:xfrm>
            <a:off x="365920" y="488652"/>
            <a:ext cx="8394671" cy="267398"/>
          </a:xfrm>
          <a:prstGeom prst="rect">
            <a:avLst/>
          </a:prstGeom>
        </p:spPr>
        <p:txBody>
          <a:bodyPr lIns="0" tIns="0" rIns="0" bIns="0">
            <a:noAutofit/>
          </a:bodyPr>
          <a:lstStyle>
            <a:lvl1pPr marL="0" indent="0">
              <a:lnSpc>
                <a:spcPct val="100000"/>
              </a:lnSpc>
              <a:spcBef>
                <a:spcPts val="0"/>
              </a:spcBef>
              <a:buNone/>
              <a:defRPr sz="1400" b="0">
                <a:solidFill>
                  <a:srgbClr val="000000"/>
                </a:solidFill>
                <a:latin typeface="+mj-lt"/>
              </a:defRPr>
            </a:lvl1pPr>
          </a:lstStyle>
          <a:p>
            <a:pPr lvl="0"/>
            <a:r>
              <a:rPr lang="en-GB" dirty="0"/>
              <a:t>Click to insert subtitle (Arial, 14pt, black)</a:t>
            </a:r>
            <a:endParaRPr lang="en-US" dirty="0"/>
          </a:p>
        </p:txBody>
      </p:sp>
      <p:sp>
        <p:nvSpPr>
          <p:cNvPr id="8" name="Content Placeholder 2"/>
          <p:cNvSpPr>
            <a:spLocks noGrp="1"/>
          </p:cNvSpPr>
          <p:nvPr>
            <p:ph idx="1" hasCustomPrompt="1"/>
          </p:nvPr>
        </p:nvSpPr>
        <p:spPr>
          <a:xfrm>
            <a:off x="365920" y="1006417"/>
            <a:ext cx="2010497"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9" name="Content Placeholder 2"/>
          <p:cNvSpPr>
            <a:spLocks noGrp="1"/>
          </p:cNvSpPr>
          <p:nvPr>
            <p:ph idx="16" hasCustomPrompt="1"/>
          </p:nvPr>
        </p:nvSpPr>
        <p:spPr>
          <a:xfrm>
            <a:off x="2496450" y="1006417"/>
            <a:ext cx="2010497"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0" name="Content Placeholder 2"/>
          <p:cNvSpPr>
            <a:spLocks noGrp="1"/>
          </p:cNvSpPr>
          <p:nvPr>
            <p:ph idx="17" hasCustomPrompt="1"/>
          </p:nvPr>
        </p:nvSpPr>
        <p:spPr>
          <a:xfrm>
            <a:off x="4626980" y="1006417"/>
            <a:ext cx="2010497"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1" name="Content Placeholder 2"/>
          <p:cNvSpPr>
            <a:spLocks noGrp="1"/>
          </p:cNvSpPr>
          <p:nvPr>
            <p:ph idx="18" hasCustomPrompt="1"/>
          </p:nvPr>
        </p:nvSpPr>
        <p:spPr>
          <a:xfrm>
            <a:off x="6757510" y="1006417"/>
            <a:ext cx="2010497" cy="3309656"/>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Tree>
    <p:extLst>
      <p:ext uri="{BB962C8B-B14F-4D97-AF65-F5344CB8AC3E}">
        <p14:creationId xmlns:p14="http://schemas.microsoft.com/office/powerpoint/2010/main" val="1773949854"/>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with Subtitle, No Body">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365920" y="89156"/>
            <a:ext cx="8405432" cy="377355"/>
          </a:xfrm>
          <a:prstGeom prst="rect">
            <a:avLst/>
          </a:prstGeom>
        </p:spPr>
        <p:txBody>
          <a:bodyPr lIns="0" tIns="0" rIns="0" bIns="0" anchor="b" anchorCtr="0">
            <a:noAutofit/>
          </a:bodyPr>
          <a:lstStyle>
            <a:lvl1pPr algn="l">
              <a:lnSpc>
                <a:spcPct val="85000"/>
              </a:lnSpc>
              <a:defRPr sz="2000" b="1">
                <a:solidFill>
                  <a:srgbClr val="000000"/>
                </a:solidFill>
              </a:defRPr>
            </a:lvl1pPr>
          </a:lstStyle>
          <a:p>
            <a:r>
              <a:rPr lang="en-US" dirty="0"/>
              <a:t>Click to edit header (Arial Bold, 20pt, black)</a:t>
            </a:r>
          </a:p>
        </p:txBody>
      </p:sp>
      <p:sp>
        <p:nvSpPr>
          <p:cNvPr id="4" name="Text Placeholder 9"/>
          <p:cNvSpPr>
            <a:spLocks noGrp="1"/>
          </p:cNvSpPr>
          <p:nvPr>
            <p:ph type="body" sz="quarter" idx="13" hasCustomPrompt="1"/>
          </p:nvPr>
        </p:nvSpPr>
        <p:spPr>
          <a:xfrm>
            <a:off x="365920" y="488652"/>
            <a:ext cx="8394671" cy="267398"/>
          </a:xfrm>
          <a:prstGeom prst="rect">
            <a:avLst/>
          </a:prstGeom>
        </p:spPr>
        <p:txBody>
          <a:bodyPr lIns="0" tIns="0" rIns="0" bIns="0">
            <a:noAutofit/>
          </a:bodyPr>
          <a:lstStyle>
            <a:lvl1pPr marL="0" indent="0">
              <a:lnSpc>
                <a:spcPct val="100000"/>
              </a:lnSpc>
              <a:spcBef>
                <a:spcPts val="0"/>
              </a:spcBef>
              <a:buNone/>
              <a:defRPr sz="1400" b="0">
                <a:solidFill>
                  <a:srgbClr val="000000"/>
                </a:solidFill>
                <a:latin typeface="+mj-lt"/>
              </a:defRPr>
            </a:lvl1pPr>
          </a:lstStyle>
          <a:p>
            <a:pPr lvl="0"/>
            <a:r>
              <a:rPr lang="en-GB" dirty="0"/>
              <a:t>Click to insert subtitle (Arial, 14pt, black)</a:t>
            </a:r>
            <a:endParaRPr lang="en-US" dirty="0"/>
          </a:p>
        </p:txBody>
      </p:sp>
    </p:spTree>
    <p:extLst>
      <p:ext uri="{BB962C8B-B14F-4D97-AF65-F5344CB8AC3E}">
        <p14:creationId xmlns:p14="http://schemas.microsoft.com/office/powerpoint/2010/main" val="367694252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Blank Content Slide">
    <p:spTree>
      <p:nvGrpSpPr>
        <p:cNvPr id="1" name=""/>
        <p:cNvGrpSpPr/>
        <p:nvPr/>
      </p:nvGrpSpPr>
      <p:grpSpPr>
        <a:xfrm>
          <a:off x="0" y="0"/>
          <a:ext cx="0" cy="0"/>
          <a:chOff x="0" y="0"/>
          <a:chExt cx="0" cy="0"/>
        </a:xfrm>
      </p:grpSpPr>
      <p:sp>
        <p:nvSpPr>
          <p:cNvPr id="6" name="Slide Number Placeholder 3"/>
          <p:cNvSpPr txBox="1">
            <a:spLocks/>
          </p:cNvSpPr>
          <p:nvPr userDrawn="1"/>
        </p:nvSpPr>
        <p:spPr>
          <a:xfrm>
            <a:off x="8394668" y="4743702"/>
            <a:ext cx="374522"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4BE483D-C18C-C842-8583-7479BC57BFEA}" type="slidenum">
              <a:rPr lang="en-US" sz="1000" smtClean="0">
                <a:solidFill>
                  <a:schemeClr val="bg1"/>
                </a:solidFill>
              </a:rPr>
              <a:pPr/>
              <a:t>‹#›</a:t>
            </a:fld>
            <a:endParaRPr lang="en-US" sz="1000" dirty="0">
              <a:solidFill>
                <a:schemeClr val="bg1"/>
              </a:solidFill>
            </a:endParaRPr>
          </a:p>
        </p:txBody>
      </p:sp>
      <p:sp>
        <p:nvSpPr>
          <p:cNvPr id="7" name="Footer Placeholder 4"/>
          <p:cNvSpPr txBox="1">
            <a:spLocks/>
          </p:cNvSpPr>
          <p:nvPr userDrawn="1"/>
        </p:nvSpPr>
        <p:spPr>
          <a:xfrm>
            <a:off x="2794187" y="4719396"/>
            <a:ext cx="3555626" cy="2025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chemeClr val="tx1"/>
                </a:solidFill>
              </a:rPr>
              <a:t>© 2019 All rights reserved | </a:t>
            </a:r>
            <a:r>
              <a:rPr lang="en-US" b="1" dirty="0">
                <a:solidFill>
                  <a:schemeClr val="tx1"/>
                </a:solidFill>
              </a:rPr>
              <a:t>Confidential</a:t>
            </a:r>
            <a:r>
              <a:rPr lang="en-US" b="0" dirty="0">
                <a:solidFill>
                  <a:schemeClr val="tx1"/>
                </a:solidFill>
              </a:rPr>
              <a:t> | For Syneos Health™ use only</a:t>
            </a:r>
          </a:p>
        </p:txBody>
      </p:sp>
      <p:pic>
        <p:nvPicPr>
          <p:cNvPr id="2" name="Picture 1"/>
          <p:cNvPicPr>
            <a:picLocks noChangeAspect="1"/>
          </p:cNvPicPr>
          <p:nvPr userDrawn="1"/>
        </p:nvPicPr>
        <p:blipFill>
          <a:blip r:embed="rId2"/>
          <a:stretch>
            <a:fillRect/>
          </a:stretch>
        </p:blipFill>
        <p:spPr>
          <a:xfrm>
            <a:off x="0" y="4559300"/>
            <a:ext cx="9144000" cy="584200"/>
          </a:xfrm>
          <a:prstGeom prst="rect">
            <a:avLst/>
          </a:prstGeom>
        </p:spPr>
      </p:pic>
      <p:pic>
        <p:nvPicPr>
          <p:cNvPr id="8" name="Picture 7" descr="SH_logo_RGB_72px.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6870" y="4534471"/>
            <a:ext cx="749300" cy="367158"/>
          </a:xfrm>
          <a:prstGeom prst="rect">
            <a:avLst/>
          </a:prstGeom>
        </p:spPr>
      </p:pic>
    </p:spTree>
    <p:extLst>
      <p:ext uri="{BB962C8B-B14F-4D97-AF65-F5344CB8AC3E}">
        <p14:creationId xmlns:p14="http://schemas.microsoft.com/office/powerpoint/2010/main" val="34571269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idebar Title Layout">
    <p:spTree>
      <p:nvGrpSpPr>
        <p:cNvPr id="1" name=""/>
        <p:cNvGrpSpPr/>
        <p:nvPr/>
      </p:nvGrpSpPr>
      <p:grpSpPr>
        <a:xfrm>
          <a:off x="0" y="0"/>
          <a:ext cx="0" cy="0"/>
          <a:chOff x="0" y="0"/>
          <a:chExt cx="0" cy="0"/>
        </a:xfrm>
      </p:grpSpPr>
      <p:sp>
        <p:nvSpPr>
          <p:cNvPr id="8" name="Rectangle 7"/>
          <p:cNvSpPr/>
          <p:nvPr userDrawn="1"/>
        </p:nvSpPr>
        <p:spPr>
          <a:xfrm>
            <a:off x="0" y="-1"/>
            <a:ext cx="2784593" cy="5032233"/>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FFFFFF"/>
              </a:solidFill>
              <a:latin typeface="Arial"/>
            </a:endParaRPr>
          </a:p>
        </p:txBody>
      </p:sp>
      <p:sp>
        <p:nvSpPr>
          <p:cNvPr id="9" name="Content Placeholder 2"/>
          <p:cNvSpPr>
            <a:spLocks noGrp="1"/>
          </p:cNvSpPr>
          <p:nvPr>
            <p:ph idx="1" hasCustomPrompt="1"/>
          </p:nvPr>
        </p:nvSpPr>
        <p:spPr>
          <a:xfrm>
            <a:off x="3204777" y="741779"/>
            <a:ext cx="5555814" cy="3574293"/>
          </a:xfrm>
          <a:prstGeom prst="rect">
            <a:avLst/>
          </a:prstGeom>
        </p:spPr>
        <p:txBody>
          <a:bodyPr lIns="0" tIns="0" rIns="0" bIns="0"/>
          <a:lstStyle>
            <a:lvl1pPr marL="112713" indent="-112713">
              <a:lnSpc>
                <a:spcPct val="110000"/>
              </a:lnSpc>
              <a:spcBef>
                <a:spcPts val="400"/>
              </a:spcBef>
              <a:buSzPct val="75000"/>
              <a:defRPr sz="1800">
                <a:solidFill>
                  <a:schemeClr val="tx1"/>
                </a:solidFill>
              </a:defRPr>
            </a:lvl1pPr>
            <a:lvl2pPr marL="344488" indent="-115888">
              <a:lnSpc>
                <a:spcPct val="110000"/>
              </a:lnSpc>
              <a:spcBef>
                <a:spcPts val="300"/>
              </a:spcBef>
              <a:buSzPct val="75000"/>
              <a:defRPr sz="1600">
                <a:solidFill>
                  <a:schemeClr val="tx1"/>
                </a:solidFill>
              </a:defRPr>
            </a:lvl2pPr>
            <a:lvl3pPr marL="569913" indent="-112713">
              <a:lnSpc>
                <a:spcPct val="110000"/>
              </a:lnSpc>
              <a:spcBef>
                <a:spcPts val="300"/>
              </a:spcBef>
              <a:buSzPct val="75000"/>
              <a:tabLst/>
              <a:defRPr sz="1400">
                <a:solidFill>
                  <a:schemeClr val="tx1"/>
                </a:solidFill>
              </a:defRPr>
            </a:lvl3pPr>
            <a:lvl4pPr marL="801688" indent="-115888">
              <a:lnSpc>
                <a:spcPct val="110000"/>
              </a:lnSpc>
              <a:spcBef>
                <a:spcPts val="250"/>
              </a:spcBef>
              <a:buSzPct val="75000"/>
              <a:defRPr sz="1200">
                <a:solidFill>
                  <a:schemeClr val="tx1"/>
                </a:solidFill>
              </a:defRPr>
            </a:lvl4pPr>
            <a:lvl5pPr marL="1027113" indent="-112713">
              <a:lnSpc>
                <a:spcPct val="110000"/>
              </a:lnSpc>
              <a:spcBef>
                <a:spcPts val="200"/>
              </a:spcBef>
              <a:buSzPct val="75000"/>
              <a:defRPr sz="1000">
                <a:solidFill>
                  <a:schemeClr val="tx1"/>
                </a:solidFill>
              </a:defRPr>
            </a:lvl5pPr>
          </a:lstStyle>
          <a:p>
            <a:pPr lvl="0"/>
            <a:r>
              <a:rPr lang="en-US" dirty="0"/>
              <a:t>Click to edit master text styles (Arial, 18pt, black)</a:t>
            </a:r>
          </a:p>
          <a:p>
            <a:pPr lvl="1"/>
            <a:r>
              <a:rPr lang="en-US" dirty="0"/>
              <a:t>Second level (Arial, 16pt, black)</a:t>
            </a:r>
          </a:p>
          <a:p>
            <a:pPr lvl="2"/>
            <a:r>
              <a:rPr lang="en-US" dirty="0"/>
              <a:t>Third level (Arial, 14pt, black)</a:t>
            </a:r>
          </a:p>
          <a:p>
            <a:pPr lvl="3"/>
            <a:r>
              <a:rPr lang="en-US" dirty="0"/>
              <a:t>Fourth level (Arial, 12pt, black)</a:t>
            </a:r>
          </a:p>
          <a:p>
            <a:pPr lvl="4"/>
            <a:r>
              <a:rPr lang="en-US" dirty="0"/>
              <a:t>Fifth level (Arial, 10pt, black)</a:t>
            </a:r>
          </a:p>
        </p:txBody>
      </p:sp>
      <p:sp>
        <p:nvSpPr>
          <p:cNvPr id="10" name="Title 1"/>
          <p:cNvSpPr>
            <a:spLocks noGrp="1"/>
          </p:cNvSpPr>
          <p:nvPr>
            <p:ph type="title" hasCustomPrompt="1"/>
          </p:nvPr>
        </p:nvSpPr>
        <p:spPr>
          <a:xfrm>
            <a:off x="365920" y="741780"/>
            <a:ext cx="2164673" cy="1964232"/>
          </a:xfrm>
          <a:prstGeom prst="rect">
            <a:avLst/>
          </a:prstGeom>
        </p:spPr>
        <p:txBody>
          <a:bodyPr lIns="0" tIns="0" rIns="0" bIns="0" anchor="t" anchorCtr="0">
            <a:noAutofit/>
          </a:bodyPr>
          <a:lstStyle>
            <a:lvl1pPr algn="l">
              <a:lnSpc>
                <a:spcPct val="85000"/>
              </a:lnSpc>
              <a:defRPr sz="2000" b="1" baseline="0">
                <a:solidFill>
                  <a:schemeClr val="tx2"/>
                </a:solidFill>
              </a:defRPr>
            </a:lvl1pPr>
          </a:lstStyle>
          <a:p>
            <a:r>
              <a:rPr lang="en-US" dirty="0"/>
              <a:t>Click to edit header for this sidebar layout (Arial Bold, 20pt, white)</a:t>
            </a:r>
          </a:p>
        </p:txBody>
      </p:sp>
      <p:sp>
        <p:nvSpPr>
          <p:cNvPr id="6" name="Slide Number Placeholder 3"/>
          <p:cNvSpPr txBox="1">
            <a:spLocks/>
          </p:cNvSpPr>
          <p:nvPr userDrawn="1"/>
        </p:nvSpPr>
        <p:spPr>
          <a:xfrm>
            <a:off x="8394668" y="4743702"/>
            <a:ext cx="374522"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4BE483D-C18C-C842-8583-7479BC57BFEA}" type="slidenum">
              <a:rPr lang="en-US" sz="1000" smtClean="0">
                <a:solidFill>
                  <a:schemeClr val="bg1"/>
                </a:solidFill>
              </a:rPr>
              <a:pPr/>
              <a:t>‹#›</a:t>
            </a:fld>
            <a:endParaRPr lang="en-US" sz="1000" dirty="0">
              <a:solidFill>
                <a:schemeClr val="bg1"/>
              </a:solidFill>
            </a:endParaRPr>
          </a:p>
        </p:txBody>
      </p:sp>
      <p:sp>
        <p:nvSpPr>
          <p:cNvPr id="7" name="Footer Placeholder 4"/>
          <p:cNvSpPr txBox="1">
            <a:spLocks/>
          </p:cNvSpPr>
          <p:nvPr userDrawn="1"/>
        </p:nvSpPr>
        <p:spPr>
          <a:xfrm>
            <a:off x="2794187" y="4719396"/>
            <a:ext cx="3555626" cy="2025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chemeClr val="tx1"/>
                </a:solidFill>
              </a:rPr>
              <a:t>© 2019 All rights reserved | </a:t>
            </a:r>
            <a:r>
              <a:rPr lang="en-US" b="1" dirty="0">
                <a:solidFill>
                  <a:schemeClr val="tx1"/>
                </a:solidFill>
              </a:rPr>
              <a:t>Confidential</a:t>
            </a:r>
            <a:r>
              <a:rPr lang="en-US" b="0" dirty="0">
                <a:solidFill>
                  <a:schemeClr val="tx1"/>
                </a:solidFill>
              </a:rPr>
              <a:t> | For Syneos Health™ use only</a:t>
            </a:r>
          </a:p>
        </p:txBody>
      </p:sp>
      <p:pic>
        <p:nvPicPr>
          <p:cNvPr id="3" name="Picture 2"/>
          <p:cNvPicPr>
            <a:picLocks noChangeAspect="1"/>
          </p:cNvPicPr>
          <p:nvPr userDrawn="1"/>
        </p:nvPicPr>
        <p:blipFill>
          <a:blip r:embed="rId2"/>
          <a:stretch>
            <a:fillRect/>
          </a:stretch>
        </p:blipFill>
        <p:spPr>
          <a:xfrm>
            <a:off x="0" y="4559300"/>
            <a:ext cx="9144000" cy="584200"/>
          </a:xfrm>
          <a:prstGeom prst="rect">
            <a:avLst/>
          </a:prstGeom>
        </p:spPr>
      </p:pic>
    </p:spTree>
    <p:extLst>
      <p:ext uri="{BB962C8B-B14F-4D97-AF65-F5344CB8AC3E}">
        <p14:creationId xmlns:p14="http://schemas.microsoft.com/office/powerpoint/2010/main" val="14983966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Gray">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ormAutofit/>
          </a:bodyPr>
          <a:lstStyle/>
          <a:p>
            <a:pPr algn="ctr"/>
            <a:endParaRPr lang="en-US" dirty="0">
              <a:solidFill>
                <a:schemeClr val="tx2"/>
              </a:solidFill>
            </a:endParaRPr>
          </a:p>
        </p:txBody>
      </p:sp>
      <p:pic>
        <p:nvPicPr>
          <p:cNvPr id="5" name="Picture 4"/>
          <p:cNvPicPr>
            <a:picLocks noChangeAspect="1"/>
          </p:cNvPicPr>
          <p:nvPr userDrawn="1"/>
        </p:nvPicPr>
        <p:blipFill>
          <a:blip r:embed="rId2"/>
          <a:stretch>
            <a:fillRect/>
          </a:stretch>
        </p:blipFill>
        <p:spPr>
          <a:xfrm>
            <a:off x="457200" y="0"/>
            <a:ext cx="8686800" cy="5143500"/>
          </a:xfrm>
          <a:prstGeom prst="rect">
            <a:avLst/>
          </a:prstGeom>
        </p:spPr>
      </p:pic>
      <p:cxnSp>
        <p:nvCxnSpPr>
          <p:cNvPr id="8" name="Straight Connector 7"/>
          <p:cNvCxnSpPr/>
          <p:nvPr userDrawn="1"/>
        </p:nvCxnSpPr>
        <p:spPr>
          <a:xfrm>
            <a:off x="0" y="3767146"/>
            <a:ext cx="7286142"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2" name="TextBox 1"/>
          <p:cNvSpPr txBox="1"/>
          <p:nvPr userDrawn="1"/>
        </p:nvSpPr>
        <p:spPr>
          <a:xfrm>
            <a:off x="453244" y="2223302"/>
            <a:ext cx="5541206" cy="1107996"/>
          </a:xfrm>
          <a:prstGeom prst="rect">
            <a:avLst/>
          </a:prstGeom>
          <a:noFill/>
        </p:spPr>
        <p:txBody>
          <a:bodyPr wrap="square" lIns="0" tIns="0" rIns="0" bIns="0" rtlCol="0" anchor="b" anchorCtr="0">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3600" b="1" dirty="0">
                <a:solidFill>
                  <a:schemeClr val="tx2"/>
                </a:solidFill>
              </a:rPr>
              <a:t>Shortening the Distance</a:t>
            </a:r>
            <a:br>
              <a:rPr lang="en-US" sz="3600" b="1" dirty="0">
                <a:solidFill>
                  <a:schemeClr val="tx2"/>
                </a:solidFill>
              </a:rPr>
            </a:br>
            <a:r>
              <a:rPr lang="en-US" sz="3600" b="1" dirty="0">
                <a:solidFill>
                  <a:schemeClr val="tx2"/>
                </a:solidFill>
              </a:rPr>
              <a:t>From Lab to Life</a:t>
            </a:r>
            <a:r>
              <a:rPr lang="en-US" sz="3600" b="1" baseline="30000" dirty="0">
                <a:solidFill>
                  <a:schemeClr val="tx2"/>
                </a:solidFill>
              </a:rPr>
              <a:t>®</a:t>
            </a:r>
            <a:r>
              <a:rPr lang="en-US" sz="3600" b="1" dirty="0">
                <a:solidFill>
                  <a:schemeClr val="tx2"/>
                </a:solidFill>
              </a:rPr>
              <a:t>.</a:t>
            </a:r>
            <a:endParaRPr lang="en-US" sz="3600" b="1" baseline="30000" dirty="0">
              <a:solidFill>
                <a:schemeClr val="tx2"/>
              </a:solidFill>
            </a:endParaRPr>
          </a:p>
        </p:txBody>
      </p:sp>
    </p:spTree>
    <p:extLst>
      <p:ext uri="{BB962C8B-B14F-4D97-AF65-F5344CB8AC3E}">
        <p14:creationId xmlns:p14="http://schemas.microsoft.com/office/powerpoint/2010/main" val="156554881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Whit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453244" y="0"/>
            <a:ext cx="8686800" cy="5143500"/>
          </a:xfrm>
          <a:prstGeom prst="rect">
            <a:avLst/>
          </a:prstGeom>
        </p:spPr>
      </p:pic>
      <p:cxnSp>
        <p:nvCxnSpPr>
          <p:cNvPr id="7" name="Straight Connector 6"/>
          <p:cNvCxnSpPr/>
          <p:nvPr userDrawn="1"/>
        </p:nvCxnSpPr>
        <p:spPr>
          <a:xfrm>
            <a:off x="0" y="3767146"/>
            <a:ext cx="7286142"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453244" y="2223302"/>
            <a:ext cx="5541206" cy="1107996"/>
          </a:xfrm>
          <a:prstGeom prst="rect">
            <a:avLst/>
          </a:prstGeom>
          <a:noFill/>
        </p:spPr>
        <p:txBody>
          <a:bodyPr wrap="square" lIns="0" tIns="0" rIns="0" bIns="0" rtlCol="0" anchor="b" anchorCtr="0">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3600" b="1" dirty="0">
                <a:solidFill>
                  <a:schemeClr val="bg1"/>
                </a:solidFill>
              </a:rPr>
              <a:t>Shortening the Distance</a:t>
            </a:r>
            <a:br>
              <a:rPr lang="en-US" sz="3600" b="1" dirty="0">
                <a:solidFill>
                  <a:schemeClr val="bg1"/>
                </a:solidFill>
              </a:rPr>
            </a:br>
            <a:r>
              <a:rPr lang="en-US" sz="3600" b="1" dirty="0">
                <a:solidFill>
                  <a:schemeClr val="bg1"/>
                </a:solidFill>
              </a:rPr>
              <a:t>From Lab to Life</a:t>
            </a:r>
            <a:r>
              <a:rPr lang="en-US" sz="3600" b="1" baseline="30000" dirty="0">
                <a:solidFill>
                  <a:schemeClr val="bg1"/>
                </a:solidFill>
              </a:rPr>
              <a:t>®</a:t>
            </a:r>
            <a:r>
              <a:rPr lang="en-US" sz="3600" b="1" dirty="0">
                <a:solidFill>
                  <a:schemeClr val="bg1"/>
                </a:solidFill>
              </a:rPr>
              <a:t>.</a:t>
            </a:r>
            <a:endParaRPr lang="en-US" sz="3600" b="1" baseline="30000" dirty="0">
              <a:solidFill>
                <a:schemeClr val="bg1"/>
              </a:solidFill>
            </a:endParaRPr>
          </a:p>
        </p:txBody>
      </p:sp>
    </p:spTree>
    <p:extLst>
      <p:ext uri="{BB962C8B-B14F-4D97-AF65-F5344CB8AC3E}">
        <p14:creationId xmlns:p14="http://schemas.microsoft.com/office/powerpoint/2010/main" val="423365848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2"/>
          <a:stretch>
            <a:fillRect/>
          </a:stretch>
        </p:blipFill>
        <p:spPr>
          <a:xfrm>
            <a:off x="0" y="4559300"/>
            <a:ext cx="9144000" cy="584200"/>
          </a:xfrm>
          <a:prstGeom prst="rect">
            <a:avLst/>
          </a:prstGeom>
        </p:spPr>
      </p:pic>
      <p:pic>
        <p:nvPicPr>
          <p:cNvPr id="3" name="Picture 2" descr="SH_logo_RGB_72px.jpg"/>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346870" y="4534471"/>
            <a:ext cx="749300" cy="367158"/>
          </a:xfrm>
          <a:prstGeom prst="rect">
            <a:avLst/>
          </a:prstGeom>
        </p:spPr>
      </p:pic>
      <p:sp>
        <p:nvSpPr>
          <p:cNvPr id="10" name="Slide Number Placeholder 3"/>
          <p:cNvSpPr txBox="1">
            <a:spLocks/>
          </p:cNvSpPr>
          <p:nvPr userDrawn="1"/>
        </p:nvSpPr>
        <p:spPr>
          <a:xfrm>
            <a:off x="8394668" y="4743702"/>
            <a:ext cx="374522" cy="153888"/>
          </a:xfrm>
          <a:prstGeom prst="rect">
            <a:avLst/>
          </a:prstGeom>
        </p:spPr>
        <p:txBody>
          <a:bodyPr lIns="0" tIns="0" rIns="0" bIns="0" anchor="ctr" anchorCtr="0">
            <a:spAutoFit/>
          </a:bodyPr>
          <a:lstStyle>
            <a:defPPr>
              <a:defRPr lang="en-US"/>
            </a:defPPr>
            <a:lvl1pPr marL="0" algn="r" defTabSz="457200" rtl="0" eaLnBrk="1" latinLnBrk="0" hangingPunct="1">
              <a:defRPr sz="1200" kern="1200">
                <a:solidFill>
                  <a:srgbClr val="EB330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4BE483D-C18C-C842-8583-7479BC57BFEA}" type="slidenum">
              <a:rPr lang="en-US" sz="1000" smtClean="0">
                <a:solidFill>
                  <a:schemeClr val="bg1"/>
                </a:solidFill>
              </a:rPr>
              <a:pPr/>
              <a:t>‹#›</a:t>
            </a:fld>
            <a:endParaRPr lang="en-US" sz="1000" dirty="0">
              <a:solidFill>
                <a:schemeClr val="bg1"/>
              </a:solidFill>
            </a:endParaRPr>
          </a:p>
        </p:txBody>
      </p:sp>
      <p:sp>
        <p:nvSpPr>
          <p:cNvPr id="11" name="Footer Placeholder 4"/>
          <p:cNvSpPr txBox="1">
            <a:spLocks/>
          </p:cNvSpPr>
          <p:nvPr userDrawn="1"/>
        </p:nvSpPr>
        <p:spPr>
          <a:xfrm>
            <a:off x="2794187" y="4719396"/>
            <a:ext cx="3555626" cy="202500"/>
          </a:xfrm>
          <a:prstGeom prst="rect">
            <a:avLst/>
          </a:prstGeom>
        </p:spPr>
        <p:txBody>
          <a:bodyPr vert="horz" lIns="0" tIns="0" rIns="0" bIns="0" rtlCol="0" anchor="ctr"/>
          <a:lstStyle>
            <a:defPPr>
              <a:defRPr lang="en-US"/>
            </a:defPPr>
            <a:lvl1pPr marL="0" algn="l" defTabSz="457200" rtl="0" eaLnBrk="1" latinLnBrk="0" hangingPunct="1">
              <a:defRPr sz="700" kern="1200">
                <a:solidFill>
                  <a:srgbClr val="7F7F7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b="0" dirty="0">
                <a:solidFill>
                  <a:schemeClr val="tx1"/>
                </a:solidFill>
              </a:rPr>
              <a:t>© 2019 All rights reserved | </a:t>
            </a:r>
            <a:r>
              <a:rPr lang="en-US" b="1" dirty="0">
                <a:solidFill>
                  <a:schemeClr val="tx1"/>
                </a:solidFill>
              </a:rPr>
              <a:t>Confidential</a:t>
            </a:r>
            <a:r>
              <a:rPr lang="en-US" b="0" dirty="0">
                <a:solidFill>
                  <a:schemeClr val="tx1"/>
                </a:solidFill>
              </a:rPr>
              <a:t> | For Syneos Health™ use only</a:t>
            </a:r>
          </a:p>
        </p:txBody>
      </p:sp>
      <p:cxnSp>
        <p:nvCxnSpPr>
          <p:cNvPr id="13" name="Straight Connector 12"/>
          <p:cNvCxnSpPr/>
          <p:nvPr userDrawn="1"/>
        </p:nvCxnSpPr>
        <p:spPr>
          <a:xfrm>
            <a:off x="365920" y="774956"/>
            <a:ext cx="8405432" cy="0"/>
          </a:xfrm>
          <a:prstGeom prst="line">
            <a:avLst/>
          </a:prstGeom>
          <a:ln>
            <a:solidFill>
              <a:schemeClr val="accent3"/>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6125363"/>
      </p:ext>
    </p:extLst>
  </p:cSld>
  <p:clrMap bg1="lt1" tx1="dk1" bg2="lt2" tx2="dk2" accent1="accent1" accent2="accent2" accent3="accent3" accent4="accent4" accent5="accent5" accent6="accent6" hlink="hlink" folHlink="folHlink"/>
  <p:sldLayoutIdLst>
    <p:sldLayoutId id="2147483649" r:id="rId1"/>
    <p:sldLayoutId id="2147483672" r:id="rId2"/>
    <p:sldLayoutId id="2147483651" r:id="rId3"/>
    <p:sldLayoutId id="2147483669" r:id="rId4"/>
    <p:sldLayoutId id="2147483670" r:id="rId5"/>
    <p:sldLayoutId id="2147483671" r:id="rId6"/>
    <p:sldLayoutId id="2147483658" r:id="rId7"/>
    <p:sldLayoutId id="2147483657" r:id="rId8"/>
    <p:sldLayoutId id="2147483662" r:id="rId9"/>
    <p:sldLayoutId id="2147483661" r:id="rId10"/>
    <p:sldLayoutId id="2147483659" r:id="rId11"/>
    <p:sldLayoutId id="2147483663" r:id="rId12"/>
    <p:sldLayoutId id="2147483664" r:id="rId13"/>
    <p:sldLayoutId id="2147483665" r:id="rId14"/>
    <p:sldLayoutId id="2147483666" r:id="rId15"/>
    <p:sldLayoutId id="2147483668" r:id="rId16"/>
    <p:sldLayoutId id="2147483660" r:id="rId17"/>
    <p:sldLayoutId id="2147483667" r:id="rId18"/>
    <p:sldLayoutId id="2147483656" r:id="rId19"/>
    <p:sldLayoutId id="2147483655" r:id="rId20"/>
  </p:sldLayoutIdLst>
  <p:transition>
    <p:fade/>
  </p:transition>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23.wmf"/><Relationship Id="rId5" Type="http://schemas.openxmlformats.org/officeDocument/2006/relationships/oleObject" Target="../embeddings/oleObject4.bin"/><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Basic Statistics using R</a:t>
            </a:r>
          </a:p>
        </p:txBody>
      </p:sp>
      <p:sp>
        <p:nvSpPr>
          <p:cNvPr id="3" name="Subtitle 2"/>
          <p:cNvSpPr>
            <a:spLocks noGrp="1"/>
          </p:cNvSpPr>
          <p:nvPr>
            <p:ph type="subTitle" idx="1"/>
          </p:nvPr>
        </p:nvSpPr>
        <p:spPr/>
        <p:txBody>
          <a:bodyPr/>
          <a:lstStyle/>
          <a:p>
            <a:pPr algn="r"/>
            <a:r>
              <a:rPr lang="en-US" dirty="0"/>
              <a:t>- Linga Reddy Baddam</a:t>
            </a:r>
          </a:p>
        </p:txBody>
      </p:sp>
    </p:spTree>
    <p:extLst>
      <p:ext uri="{BB962C8B-B14F-4D97-AF65-F5344CB8AC3E}">
        <p14:creationId xmlns:p14="http://schemas.microsoft.com/office/powerpoint/2010/main" val="15432066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5" name="Content Placeholder 4"/>
          <p:cNvSpPr>
            <a:spLocks noGrp="1"/>
          </p:cNvSpPr>
          <p:nvPr>
            <p:ph idx="1"/>
          </p:nvPr>
        </p:nvSpPr>
        <p:spPr/>
        <p:txBody>
          <a:bodyPr/>
          <a:lstStyle/>
          <a:p>
            <a:pPr marL="573088" lvl="1" indent="-344488">
              <a:buFont typeface="Wingdings" panose="05000000000000000000" pitchFamily="2" charset="2"/>
              <a:buChar char="v"/>
            </a:pPr>
            <a:r>
              <a:rPr lang="en-US" sz="1600" kern="0" dirty="0">
                <a:effectLst/>
                <a:latin typeface="Calibri" panose="020F0502020204030204" pitchFamily="34" charset="0"/>
                <a:ea typeface="Times New Roman" panose="02020603050405020304" pitchFamily="18" charset="0"/>
              </a:rPr>
              <a:t>Descriptive Statistics using R</a:t>
            </a:r>
            <a:endParaRPr lang="en-US" dirty="0"/>
          </a:p>
          <a:p>
            <a:pPr marL="573088" lvl="1" indent="-344488">
              <a:buFont typeface="Wingdings" panose="05000000000000000000" pitchFamily="2" charset="2"/>
              <a:buChar char="v"/>
            </a:pPr>
            <a:r>
              <a:rPr lang="en-US" sz="1600" kern="0" dirty="0">
                <a:effectLst/>
                <a:latin typeface="Calibri" panose="020F0502020204030204" pitchFamily="34" charset="0"/>
                <a:ea typeface="Times New Roman" panose="02020603050405020304" pitchFamily="18" charset="0"/>
              </a:rPr>
              <a:t>T-tests (One-Sample, Independent and Paired tests) using R</a:t>
            </a:r>
            <a:endParaRPr lang="en-US" dirty="0"/>
          </a:p>
          <a:p>
            <a:pPr marL="573088" lvl="1" indent="-344488">
              <a:buFont typeface="Wingdings" panose="05000000000000000000" pitchFamily="2" charset="2"/>
              <a:buChar char="v"/>
            </a:pPr>
            <a:r>
              <a:rPr lang="en-US" dirty="0"/>
              <a:t>Q &amp; A</a:t>
            </a:r>
          </a:p>
          <a:p>
            <a:pPr marL="0" indent="0">
              <a:buNone/>
            </a:pPr>
            <a:endParaRPr lang="en-US" dirty="0"/>
          </a:p>
        </p:txBody>
      </p:sp>
    </p:spTree>
    <p:extLst>
      <p:ext uri="{BB962C8B-B14F-4D97-AF65-F5344CB8AC3E}">
        <p14:creationId xmlns:p14="http://schemas.microsoft.com/office/powerpoint/2010/main" val="414126896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a:t>
            </a:r>
          </a:p>
        </p:txBody>
      </p:sp>
      <p:sp>
        <p:nvSpPr>
          <p:cNvPr id="5" name="Content Placeholder 4"/>
          <p:cNvSpPr>
            <a:spLocks noGrp="1"/>
          </p:cNvSpPr>
          <p:nvPr>
            <p:ph idx="1"/>
          </p:nvPr>
        </p:nvSpPr>
        <p:spPr/>
        <p:txBody>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mean,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sd</a:t>
            </a:r>
            <a:r>
              <a:rPr lang="en-US" sz="1800" dirty="0">
                <a:effectLst/>
                <a:latin typeface="Calibri" panose="020F0502020204030204" pitchFamily="34" charset="0"/>
                <a:ea typeface="Calibri" panose="020F0502020204030204" pitchFamily="34" charset="0"/>
                <a:cs typeface="Times New Roman" panose="02020603050405020304" pitchFamily="18" charset="0"/>
              </a:rPr>
              <a:t>, var, min, max, median, range, and quantile are the functions to obtain descriptive statistics.</a:t>
            </a:r>
          </a:p>
          <a:p>
            <a:pPr marL="0" marR="0" indent="0">
              <a:lnSpc>
                <a:spcPct val="107000"/>
              </a:lnSpc>
              <a:spcBef>
                <a:spcPts val="0"/>
              </a:spcBef>
              <a:spcAft>
                <a:spcPts val="800"/>
              </a:spcAft>
              <a:buNone/>
            </a:pPr>
            <a:r>
              <a:rPr lang="en-US" sz="1200" dirty="0">
                <a:latin typeface="Calibri" panose="020F0502020204030204" pitchFamily="34" charset="0"/>
                <a:ea typeface="Calibri" panose="020F0502020204030204" pitchFamily="34" charset="0"/>
                <a:cs typeface="Times New Roman" panose="02020603050405020304" pitchFamily="18" charset="0"/>
              </a:rPr>
              <a:t>#Read ADSL</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data("</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admiral_adsl</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800"/>
              </a:spcAft>
              <a:buNone/>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adsl</a:t>
            </a:r>
            <a:r>
              <a:rPr lang="en-US" sz="1200" dirty="0">
                <a:effectLst/>
                <a:latin typeface="Calibri" panose="020F0502020204030204" pitchFamily="34" charset="0"/>
                <a:ea typeface="Calibri" panose="020F0502020204030204" pitchFamily="34" charset="0"/>
                <a:cs typeface="Times New Roman" panose="02020603050405020304" pitchFamily="18" charset="0"/>
              </a:rPr>
              <a:t> &lt;-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convert_blanks_to_na</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admiral_adsl</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80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#Calculate mean of AGE</a:t>
            </a:r>
          </a:p>
          <a:p>
            <a:pPr marL="231775" lvl="1" indent="0">
              <a:lnSpc>
                <a:spcPct val="107000"/>
              </a:lnSpc>
              <a:spcBef>
                <a:spcPts val="0"/>
              </a:spcBef>
              <a:spcAft>
                <a:spcPts val="800"/>
              </a:spcAft>
              <a:buNone/>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Age.mean</a:t>
            </a:r>
            <a:r>
              <a:rPr lang="en-US" sz="1200" dirty="0">
                <a:effectLst/>
                <a:latin typeface="Calibri" panose="020F0502020204030204" pitchFamily="34" charset="0"/>
                <a:ea typeface="Calibri" panose="020F0502020204030204" pitchFamily="34" charset="0"/>
                <a:cs typeface="Times New Roman" panose="02020603050405020304" pitchFamily="18" charset="0"/>
              </a:rPr>
              <a:t>=mean(</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adsl$AGE</a:t>
            </a:r>
            <a:r>
              <a:rPr lang="en-US" sz="1200" dirty="0">
                <a:effectLst/>
                <a:latin typeface="Calibri" panose="020F0502020204030204" pitchFamily="34" charset="0"/>
                <a:ea typeface="Calibri" panose="020F0502020204030204" pitchFamily="34" charset="0"/>
                <a:cs typeface="Times New Roman" panose="02020603050405020304" pitchFamily="18" charset="0"/>
              </a:rPr>
              <a:t>, na.rm=T)</a:t>
            </a:r>
          </a:p>
          <a:p>
            <a:pPr marL="0" indent="0">
              <a:lnSpc>
                <a:spcPct val="107000"/>
              </a:lnSpc>
              <a:spcBef>
                <a:spcPts val="0"/>
              </a:spcBef>
              <a:spcAft>
                <a:spcPts val="80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#Calculate median of AGE</a:t>
            </a:r>
          </a:p>
          <a:p>
            <a:pPr marL="231775" lvl="1" indent="0">
              <a:lnSpc>
                <a:spcPct val="107000"/>
              </a:lnSpc>
              <a:spcBef>
                <a:spcPts val="0"/>
              </a:spcBef>
              <a:spcAft>
                <a:spcPts val="800"/>
              </a:spcAft>
              <a:buNone/>
            </a:pPr>
            <a:r>
              <a:rPr lang="en-US" sz="1200" dirty="0" err="1">
                <a:effectLst/>
                <a:latin typeface="Calibri" panose="020F0502020204030204" pitchFamily="34" charset="0"/>
                <a:ea typeface="Calibri" panose="020F0502020204030204" pitchFamily="34" charset="0"/>
                <a:cs typeface="Times New Roman" panose="02020603050405020304" pitchFamily="18" charset="0"/>
              </a:rPr>
              <a:t>Age.median</a:t>
            </a:r>
            <a:r>
              <a:rPr lang="en-US" sz="1200" dirty="0">
                <a:effectLst/>
                <a:latin typeface="Calibri" panose="020F0502020204030204" pitchFamily="34" charset="0"/>
                <a:ea typeface="Calibri" panose="020F0502020204030204" pitchFamily="34" charset="0"/>
                <a:cs typeface="Times New Roman" panose="02020603050405020304" pitchFamily="18" charset="0"/>
              </a:rPr>
              <a:t>=median(</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adsl$AGE</a:t>
            </a:r>
            <a:r>
              <a:rPr lang="en-US" sz="1200" dirty="0">
                <a:effectLst/>
                <a:latin typeface="Calibri" panose="020F0502020204030204" pitchFamily="34" charset="0"/>
                <a:ea typeface="Calibri" panose="020F0502020204030204" pitchFamily="34" charset="0"/>
                <a:cs typeface="Times New Roman" panose="02020603050405020304" pitchFamily="18" charset="0"/>
              </a:rPr>
              <a:t>, na.rm=T)</a:t>
            </a:r>
          </a:p>
          <a:p>
            <a:pPr marL="0" indent="0">
              <a:lnSpc>
                <a:spcPct val="107000"/>
              </a:lnSpc>
              <a:spcBef>
                <a:spcPts val="0"/>
              </a:spcBef>
              <a:spcAft>
                <a:spcPts val="80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#Calculate Standard Deviation of AGE</a:t>
            </a:r>
          </a:p>
          <a:p>
            <a:pPr marL="231775" lvl="1" indent="0">
              <a:lnSpc>
                <a:spcPct val="107000"/>
              </a:lnSpc>
              <a:spcBef>
                <a:spcPts val="0"/>
              </a:spcBef>
              <a:spcAft>
                <a:spcPts val="800"/>
              </a:spcAft>
              <a:buNone/>
            </a:pPr>
            <a:r>
              <a:rPr lang="en-US" sz="1200" dirty="0">
                <a:effectLst/>
                <a:latin typeface="Calibri" panose="020F0502020204030204" pitchFamily="34" charset="0"/>
                <a:ea typeface="Calibri" panose="020F0502020204030204" pitchFamily="34" charset="0"/>
                <a:cs typeface="Times New Roman" panose="02020603050405020304" pitchFamily="18" charset="0"/>
              </a:rPr>
              <a:t>Age.sd=</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sd</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adsl$AGE</a:t>
            </a:r>
            <a:r>
              <a:rPr lang="en-US" sz="1200" dirty="0">
                <a:effectLst/>
                <a:latin typeface="Calibri" panose="020F0502020204030204" pitchFamily="34" charset="0"/>
                <a:ea typeface="Calibri" panose="020F0502020204030204" pitchFamily="34" charset="0"/>
                <a:cs typeface="Times New Roman" panose="02020603050405020304" pitchFamily="18" charset="0"/>
              </a:rPr>
              <a:t>, na.rm=T)</a:t>
            </a:r>
          </a:p>
          <a:p>
            <a:endParaRPr lang="en-US" dirty="0"/>
          </a:p>
        </p:txBody>
      </p:sp>
      <p:pic>
        <p:nvPicPr>
          <p:cNvPr id="7" name="Picture 6">
            <a:extLst>
              <a:ext uri="{FF2B5EF4-FFF2-40B4-BE49-F238E27FC236}">
                <a16:creationId xmlns:a16="http://schemas.microsoft.com/office/drawing/2014/main" id="{404C2A4B-4EA6-4FE1-F101-453554F1E111}"/>
              </a:ext>
            </a:extLst>
          </p:cNvPr>
          <p:cNvPicPr>
            <a:picLocks noChangeAspect="1"/>
          </p:cNvPicPr>
          <p:nvPr/>
        </p:nvPicPr>
        <p:blipFill>
          <a:blip r:embed="rId2"/>
          <a:stretch>
            <a:fillRect/>
          </a:stretch>
        </p:blipFill>
        <p:spPr>
          <a:xfrm>
            <a:off x="4281714" y="2580746"/>
            <a:ext cx="3947886" cy="1752752"/>
          </a:xfrm>
          <a:prstGeom prst="rect">
            <a:avLst/>
          </a:prstGeom>
        </p:spPr>
      </p:pic>
    </p:spTree>
    <p:extLst>
      <p:ext uri="{BB962C8B-B14F-4D97-AF65-F5344CB8AC3E}">
        <p14:creationId xmlns:p14="http://schemas.microsoft.com/office/powerpoint/2010/main" val="12713701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Statistics</a:t>
            </a:r>
          </a:p>
        </p:txBody>
      </p:sp>
      <p:sp>
        <p:nvSpPr>
          <p:cNvPr id="5" name="Content Placeholder 4"/>
          <p:cNvSpPr>
            <a:spLocks noGrp="1"/>
          </p:cNvSpPr>
          <p:nvPr>
            <p:ph idx="1"/>
          </p:nvPr>
        </p:nvSpPr>
        <p:spPr/>
        <p:txBody>
          <a:bodyPr/>
          <a:lstStyle/>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Summary()</a:t>
            </a:r>
            <a:r>
              <a:rPr kumimoji="0" lang="en-US" sz="1400" b="0" i="0" u="none" strike="noStrike" kern="1200" cap="none" spc="0" normalizeH="0" baseline="0" noProof="0" dirty="0">
                <a:ln>
                  <a:noFill/>
                </a:ln>
                <a:solidFill>
                  <a:srgbClr val="000000"/>
                </a:solidFill>
                <a:effectLst/>
                <a:uLnTx/>
                <a:uFillTx/>
                <a:latin typeface="Arial"/>
                <a:ea typeface="+mn-ea"/>
                <a:cs typeface="+mn-cs"/>
              </a:rPr>
              <a:t> function gives mean, median, 25th and 75th quartiles, min, max</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0" marR="0" indent="0">
              <a:lnSpc>
                <a:spcPct val="107000"/>
              </a:lnSpc>
              <a:spcBef>
                <a:spcPts val="0"/>
              </a:spcBef>
              <a:spcAft>
                <a:spcPts val="800"/>
              </a:spcAft>
              <a:buNone/>
            </a:pPr>
            <a:r>
              <a:rPr lang="en-US" sz="1200" dirty="0">
                <a:latin typeface="Calibri" panose="020F0502020204030204" pitchFamily="34" charset="0"/>
                <a:ea typeface="Calibri" panose="020F0502020204030204" pitchFamily="34" charset="0"/>
                <a:cs typeface="Times New Roman" panose="02020603050405020304" pitchFamily="18" charset="0"/>
              </a:rPr>
              <a:t>  </a:t>
            </a:r>
            <a:r>
              <a:rPr lang="en-US" sz="1200" dirty="0" err="1">
                <a:latin typeface="Calibri" panose="020F0502020204030204" pitchFamily="34" charset="0"/>
                <a:ea typeface="Calibri" panose="020F0502020204030204" pitchFamily="34" charset="0"/>
                <a:cs typeface="Times New Roman" panose="02020603050405020304" pitchFamily="18" charset="0"/>
              </a:rPr>
              <a:t>Age.sum</a:t>
            </a:r>
            <a:r>
              <a:rPr lang="en-US" sz="1200" dirty="0">
                <a:latin typeface="Calibri" panose="020F0502020204030204" pitchFamily="34" charset="0"/>
                <a:ea typeface="Calibri" panose="020F0502020204030204" pitchFamily="34" charset="0"/>
                <a:cs typeface="Times New Roman" panose="02020603050405020304" pitchFamily="18" charset="0"/>
              </a:rPr>
              <a:t>=summary(</a:t>
            </a:r>
            <a:r>
              <a:rPr lang="en-US" sz="1200" dirty="0" err="1">
                <a:latin typeface="Calibri" panose="020F0502020204030204" pitchFamily="34" charset="0"/>
                <a:ea typeface="Calibri" panose="020F0502020204030204" pitchFamily="34" charset="0"/>
                <a:cs typeface="Times New Roman" panose="02020603050405020304" pitchFamily="18" charset="0"/>
              </a:rPr>
              <a:t>adsl$AGE</a:t>
            </a:r>
            <a:r>
              <a:rPr lang="en-US" sz="1200" dirty="0">
                <a:latin typeface="Calibri" panose="020F0502020204030204" pitchFamily="34" charset="0"/>
                <a:ea typeface="Calibri" panose="020F0502020204030204" pitchFamily="34" charset="0"/>
                <a:cs typeface="Times New Roman" panose="02020603050405020304" pitchFamily="18" charset="0"/>
              </a:rPr>
              <a:t>, na.rm=T)</a:t>
            </a:r>
          </a:p>
          <a:p>
            <a:pPr marL="0" marR="0" indent="0">
              <a:lnSpc>
                <a:spcPct val="107000"/>
              </a:lnSpc>
              <a:spcBef>
                <a:spcPts val="0"/>
              </a:spcBef>
              <a:spcAft>
                <a:spcPts val="800"/>
              </a:spcAft>
              <a:buNone/>
            </a:pPr>
            <a:r>
              <a:rPr lang="en-US" sz="1200" dirty="0">
                <a:latin typeface="Calibri" panose="020F0502020204030204" pitchFamily="34" charset="0"/>
                <a:ea typeface="Calibri" panose="020F0502020204030204" pitchFamily="34" charset="0"/>
                <a:cs typeface="Times New Roman" panose="02020603050405020304" pitchFamily="18" charset="0"/>
              </a:rPr>
              <a:t>  </a:t>
            </a:r>
            <a:r>
              <a:rPr lang="en-US" sz="1200" dirty="0" err="1">
                <a:latin typeface="Calibri" panose="020F0502020204030204" pitchFamily="34" charset="0"/>
                <a:ea typeface="Calibri" panose="020F0502020204030204" pitchFamily="34" charset="0"/>
                <a:cs typeface="Times New Roman" panose="02020603050405020304" pitchFamily="18" charset="0"/>
              </a:rPr>
              <a:t>Age.sum</a:t>
            </a:r>
            <a:endParaRPr lang="en-US" dirty="0"/>
          </a:p>
        </p:txBody>
      </p:sp>
      <p:pic>
        <p:nvPicPr>
          <p:cNvPr id="8" name="Picture 7">
            <a:extLst>
              <a:ext uri="{FF2B5EF4-FFF2-40B4-BE49-F238E27FC236}">
                <a16:creationId xmlns:a16="http://schemas.microsoft.com/office/drawing/2014/main" id="{6E8A4CE0-C971-DCD5-C225-B20D190AE999}"/>
              </a:ext>
            </a:extLst>
          </p:cNvPr>
          <p:cNvPicPr>
            <a:picLocks noChangeAspect="1"/>
          </p:cNvPicPr>
          <p:nvPr/>
        </p:nvPicPr>
        <p:blipFill>
          <a:blip r:embed="rId2"/>
          <a:stretch>
            <a:fillRect/>
          </a:stretch>
        </p:blipFill>
        <p:spPr>
          <a:xfrm>
            <a:off x="3775224" y="1538126"/>
            <a:ext cx="3873805" cy="711588"/>
          </a:xfrm>
          <a:prstGeom prst="rect">
            <a:avLst/>
          </a:prstGeom>
        </p:spPr>
      </p:pic>
    </p:spTree>
    <p:extLst>
      <p:ext uri="{BB962C8B-B14F-4D97-AF65-F5344CB8AC3E}">
        <p14:creationId xmlns:p14="http://schemas.microsoft.com/office/powerpoint/2010/main" val="201540836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Arial" panose="020B0604020202020204" pitchFamily="34" charset="0"/>
              </a:rPr>
              <a:t>T</a:t>
            </a:r>
            <a:r>
              <a:rPr lang="en-US" i="0" dirty="0">
                <a:solidFill>
                  <a:srgbClr val="000000"/>
                </a:solidFill>
                <a:effectLst/>
                <a:latin typeface="Arial" panose="020B0604020202020204" pitchFamily="34" charset="0"/>
              </a:rPr>
              <a:t>- test syntax</a:t>
            </a:r>
          </a:p>
        </p:txBody>
      </p:sp>
      <p:sp>
        <p:nvSpPr>
          <p:cNvPr id="5" name="Content Placeholder 4"/>
          <p:cNvSpPr>
            <a:spLocks noGrp="1"/>
          </p:cNvSpPr>
          <p:nvPr>
            <p:ph idx="1"/>
          </p:nvPr>
        </p:nvSpPr>
        <p:spPr>
          <a:xfrm>
            <a:off x="365920" y="827314"/>
            <a:ext cx="8394671" cy="3773715"/>
          </a:xfrm>
        </p:spPr>
        <p:txBody>
          <a:bodyPr/>
          <a:lstStyle/>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mn-cs"/>
              </a:rPr>
              <a:t>Performs one and two sample t-tests on vectors of data</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Syntax</a:t>
            </a:r>
            <a:r>
              <a:rPr kumimoji="0" lang="en-US" sz="1400" b="0" i="0" u="none" strike="noStrike" kern="1200" cap="none" spc="0" normalizeH="0" baseline="0" noProof="0" dirty="0">
                <a:ln>
                  <a:noFill/>
                </a:ln>
                <a:solidFill>
                  <a:srgbClr val="000000"/>
                </a:solidFill>
                <a:effectLst/>
                <a:uLnTx/>
                <a:uFillTx/>
                <a:latin typeface="Arial"/>
                <a:ea typeface="+mn-ea"/>
                <a:cs typeface="+mn-cs"/>
              </a:rPr>
              <a:t>: </a:t>
            </a:r>
            <a:r>
              <a:rPr kumimoji="0" lang="en-US" sz="1400" b="0" i="0" u="none" strike="noStrike" kern="1200" cap="none" spc="0" normalizeH="0" baseline="0" noProof="0" dirty="0" err="1">
                <a:ln>
                  <a:noFill/>
                </a:ln>
                <a:solidFill>
                  <a:srgbClr val="000000"/>
                </a:solidFill>
                <a:effectLst/>
                <a:uLnTx/>
                <a:uFillTx/>
                <a:latin typeface="Arial"/>
                <a:ea typeface="+mn-ea"/>
                <a:cs typeface="+mn-cs"/>
              </a:rPr>
              <a:t>t.test</a:t>
            </a:r>
            <a:r>
              <a:rPr kumimoji="0" lang="en-US" sz="1400" b="0" i="0" u="none" strike="noStrike" kern="1200" cap="none" spc="0" normalizeH="0" baseline="0" noProof="0" dirty="0">
                <a:ln>
                  <a:noFill/>
                </a:ln>
                <a:solidFill>
                  <a:srgbClr val="000000"/>
                </a:solidFill>
                <a:effectLst/>
                <a:uLnTx/>
                <a:uFillTx/>
                <a:latin typeface="Arial"/>
                <a:ea typeface="+mn-ea"/>
                <a:cs typeface="+mn-cs"/>
              </a:rPr>
              <a:t>(x, ...)</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mn-cs"/>
              </a:rPr>
              <a:t>Arguments:</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mn-cs"/>
              </a:rPr>
              <a:t>x : </a:t>
            </a:r>
            <a:r>
              <a:rPr kumimoji="0" lang="en-US" sz="1200" b="0" i="0" u="none" strike="noStrike" kern="1200" cap="none" spc="0" normalizeH="0" baseline="0" noProof="0" dirty="0">
                <a:ln>
                  <a:noFill/>
                </a:ln>
                <a:solidFill>
                  <a:srgbClr val="000000"/>
                </a:solidFill>
                <a:effectLst/>
                <a:uLnTx/>
                <a:uFillTx/>
                <a:latin typeface="Arial"/>
                <a:ea typeface="+mn-ea"/>
                <a:cs typeface="+mn-cs"/>
              </a:rPr>
              <a:t>a (non-empty) numeric vector of data values.</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mn-cs"/>
              </a:rPr>
              <a:t>y : </a:t>
            </a:r>
            <a:r>
              <a:rPr kumimoji="0" lang="en-US" sz="1200" b="0" i="0" u="none" strike="noStrike" kern="1200" cap="none" spc="0" normalizeH="0" baseline="0" noProof="0" dirty="0">
                <a:ln>
                  <a:noFill/>
                </a:ln>
                <a:solidFill>
                  <a:srgbClr val="000000"/>
                </a:solidFill>
                <a:effectLst/>
                <a:uLnTx/>
                <a:uFillTx/>
                <a:latin typeface="Arial"/>
                <a:ea typeface="+mn-ea"/>
                <a:cs typeface="+mn-cs"/>
              </a:rPr>
              <a:t>an optional (non-empty) numeric vector of data values.</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mn-cs"/>
              </a:rPr>
              <a:t>alternative : </a:t>
            </a:r>
            <a:r>
              <a:rPr kumimoji="0" lang="en-US" sz="1200" b="0" i="0" u="none" strike="noStrike" kern="1200" cap="none" spc="0" normalizeH="0" baseline="0" noProof="0" dirty="0">
                <a:ln>
                  <a:noFill/>
                </a:ln>
                <a:solidFill>
                  <a:srgbClr val="000000"/>
                </a:solidFill>
                <a:effectLst/>
                <a:uLnTx/>
                <a:uFillTx/>
                <a:latin typeface="Arial"/>
                <a:ea typeface="+mn-ea"/>
                <a:cs typeface="+mn-cs"/>
              </a:rPr>
              <a:t>a character string specifying the alternative hypothesis, must be one of "</a:t>
            </a:r>
            <a:r>
              <a:rPr kumimoji="0" lang="en-US" sz="1200" b="0" i="0" u="none" strike="noStrike" kern="1200" cap="none" spc="0" normalizeH="0" baseline="0" noProof="0" dirty="0" err="1">
                <a:ln>
                  <a:noFill/>
                </a:ln>
                <a:solidFill>
                  <a:srgbClr val="000000"/>
                </a:solidFill>
                <a:effectLst/>
                <a:uLnTx/>
                <a:uFillTx/>
                <a:latin typeface="Arial"/>
                <a:ea typeface="+mn-ea"/>
                <a:cs typeface="+mn-cs"/>
              </a:rPr>
              <a:t>two.sided</a:t>
            </a:r>
            <a:r>
              <a:rPr kumimoji="0" lang="en-US" sz="1200" b="0" i="0" u="none" strike="noStrike" kern="1200" cap="none" spc="0" normalizeH="0" baseline="0" noProof="0" dirty="0">
                <a:ln>
                  <a:noFill/>
                </a:ln>
                <a:solidFill>
                  <a:srgbClr val="000000"/>
                </a:solidFill>
                <a:effectLst/>
                <a:uLnTx/>
                <a:uFillTx/>
                <a:latin typeface="Arial"/>
                <a:ea typeface="+mn-ea"/>
                <a:cs typeface="+mn-cs"/>
              </a:rPr>
              <a:t>" (default), "greater" or "less". You can specify just the initial letter.</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mn-cs"/>
              </a:rPr>
              <a:t>mu : </a:t>
            </a:r>
            <a:r>
              <a:rPr kumimoji="0" lang="en-US" sz="1200" b="0" i="0" u="none" strike="noStrike" kern="1200" cap="none" spc="0" normalizeH="0" baseline="0" noProof="0" dirty="0">
                <a:ln>
                  <a:noFill/>
                </a:ln>
                <a:solidFill>
                  <a:srgbClr val="000000"/>
                </a:solidFill>
                <a:effectLst/>
                <a:uLnTx/>
                <a:uFillTx/>
                <a:latin typeface="Arial"/>
                <a:ea typeface="+mn-ea"/>
                <a:cs typeface="+mn-cs"/>
              </a:rPr>
              <a:t>a number indicating the true value of the mean (or difference in means if you are performing a two sample test).</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mn-cs"/>
              </a:rPr>
              <a:t>paired : </a:t>
            </a:r>
            <a:r>
              <a:rPr kumimoji="0" lang="en-US" sz="1200" b="0" i="0" u="none" strike="noStrike" kern="1200" cap="none" spc="0" normalizeH="0" baseline="0" noProof="0" dirty="0">
                <a:ln>
                  <a:noFill/>
                </a:ln>
                <a:solidFill>
                  <a:srgbClr val="000000"/>
                </a:solidFill>
                <a:effectLst/>
                <a:uLnTx/>
                <a:uFillTx/>
                <a:latin typeface="Arial"/>
                <a:ea typeface="+mn-ea"/>
                <a:cs typeface="+mn-cs"/>
              </a:rPr>
              <a:t>a logical indicating whether you want a paired t-test.</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err="1">
                <a:ln>
                  <a:noFill/>
                </a:ln>
                <a:solidFill>
                  <a:srgbClr val="000000"/>
                </a:solidFill>
                <a:effectLst/>
                <a:uLnTx/>
                <a:uFillTx/>
                <a:latin typeface="Arial"/>
                <a:ea typeface="+mn-ea"/>
                <a:cs typeface="+mn-cs"/>
              </a:rPr>
              <a:t>var.equal</a:t>
            </a:r>
            <a:r>
              <a:rPr kumimoji="0" lang="en-US" sz="1200" b="1" i="0" u="none" strike="noStrike" kern="1200" cap="none" spc="0" normalizeH="0" baseline="0" noProof="0" dirty="0">
                <a:ln>
                  <a:noFill/>
                </a:ln>
                <a:solidFill>
                  <a:srgbClr val="000000"/>
                </a:solidFill>
                <a:effectLst/>
                <a:uLnTx/>
                <a:uFillTx/>
                <a:latin typeface="Arial"/>
                <a:ea typeface="+mn-ea"/>
                <a:cs typeface="+mn-cs"/>
              </a:rPr>
              <a:t> : </a:t>
            </a:r>
            <a:r>
              <a:rPr kumimoji="0" lang="en-US" sz="1200" b="0" i="0" u="none" strike="noStrike" kern="1200" cap="none" spc="0" normalizeH="0" baseline="0" noProof="0" dirty="0">
                <a:ln>
                  <a:noFill/>
                </a:ln>
                <a:solidFill>
                  <a:srgbClr val="000000"/>
                </a:solidFill>
                <a:effectLst/>
                <a:uLnTx/>
                <a:uFillTx/>
                <a:latin typeface="Arial"/>
                <a:ea typeface="+mn-ea"/>
                <a:cs typeface="+mn-cs"/>
              </a:rPr>
              <a:t>a logical variable indicating whether to treat the two variances as being equal. If TRUE then the pooled variance is used to estimate the variance otherwise the Welch (or Satterthwaite) approximation to the degrees of freedom is used.</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err="1">
                <a:ln>
                  <a:noFill/>
                </a:ln>
                <a:solidFill>
                  <a:srgbClr val="000000"/>
                </a:solidFill>
                <a:effectLst/>
                <a:uLnTx/>
                <a:uFillTx/>
                <a:latin typeface="Arial"/>
                <a:ea typeface="+mn-ea"/>
                <a:cs typeface="+mn-cs"/>
              </a:rPr>
              <a:t>conf.level</a:t>
            </a:r>
            <a:r>
              <a:rPr kumimoji="0" lang="en-US" sz="1200" b="1" i="0" u="none" strike="noStrike" kern="1200" cap="none" spc="0" normalizeH="0" baseline="0" noProof="0" dirty="0">
                <a:ln>
                  <a:noFill/>
                </a:ln>
                <a:solidFill>
                  <a:srgbClr val="000000"/>
                </a:solidFill>
                <a:effectLst/>
                <a:uLnTx/>
                <a:uFillTx/>
                <a:latin typeface="Arial"/>
                <a:ea typeface="+mn-ea"/>
                <a:cs typeface="+mn-cs"/>
              </a:rPr>
              <a:t> : </a:t>
            </a:r>
            <a:r>
              <a:rPr kumimoji="0" lang="en-US" sz="1200" b="0" i="0" u="none" strike="noStrike" kern="1200" cap="none" spc="0" normalizeH="0" baseline="0" noProof="0" dirty="0">
                <a:ln>
                  <a:noFill/>
                </a:ln>
                <a:solidFill>
                  <a:srgbClr val="000000"/>
                </a:solidFill>
                <a:effectLst/>
                <a:uLnTx/>
                <a:uFillTx/>
                <a:latin typeface="Arial"/>
                <a:ea typeface="+mn-ea"/>
                <a:cs typeface="+mn-cs"/>
              </a:rPr>
              <a:t>confidence level of the interval.</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mn-cs"/>
              </a:rPr>
              <a:t>formula	: </a:t>
            </a:r>
            <a:r>
              <a:rPr kumimoji="0" lang="en-US" sz="1200" b="0" i="0" u="none" strike="noStrike" kern="1200" cap="none" spc="0" normalizeH="0" baseline="0" noProof="0" dirty="0">
                <a:ln>
                  <a:noFill/>
                </a:ln>
                <a:solidFill>
                  <a:srgbClr val="000000"/>
                </a:solidFill>
                <a:effectLst/>
                <a:uLnTx/>
                <a:uFillTx/>
                <a:latin typeface="Arial"/>
                <a:ea typeface="+mn-ea"/>
                <a:cs typeface="+mn-cs"/>
              </a:rPr>
              <a:t>a formula of the form </a:t>
            </a:r>
            <a:r>
              <a:rPr kumimoji="0" lang="en-US" sz="1200" b="0" i="0" u="none" strike="noStrike" kern="1200" cap="none" spc="0" normalizeH="0" baseline="0" noProof="0" dirty="0" err="1">
                <a:ln>
                  <a:noFill/>
                </a:ln>
                <a:solidFill>
                  <a:srgbClr val="000000"/>
                </a:solidFill>
                <a:effectLst/>
                <a:uLnTx/>
                <a:uFillTx/>
                <a:latin typeface="Arial"/>
                <a:ea typeface="+mn-ea"/>
                <a:cs typeface="+mn-cs"/>
              </a:rPr>
              <a:t>lhs</a:t>
            </a:r>
            <a:r>
              <a:rPr kumimoji="0" lang="en-US" sz="1200" b="0" i="0" u="none" strike="noStrike" kern="1200" cap="none" spc="0" normalizeH="0" baseline="0" noProof="0" dirty="0">
                <a:ln>
                  <a:noFill/>
                </a:ln>
                <a:solidFill>
                  <a:srgbClr val="000000"/>
                </a:solidFill>
                <a:effectLst/>
                <a:uLnTx/>
                <a:uFillTx/>
                <a:latin typeface="Arial"/>
                <a:ea typeface="+mn-ea"/>
                <a:cs typeface="+mn-cs"/>
              </a:rPr>
              <a:t> ~ </a:t>
            </a:r>
            <a:r>
              <a:rPr kumimoji="0" lang="en-US" sz="1200" b="0" i="0" u="none" strike="noStrike" kern="1200" cap="none" spc="0" normalizeH="0" baseline="0" noProof="0" dirty="0" err="1">
                <a:ln>
                  <a:noFill/>
                </a:ln>
                <a:solidFill>
                  <a:srgbClr val="000000"/>
                </a:solidFill>
                <a:effectLst/>
                <a:uLnTx/>
                <a:uFillTx/>
                <a:latin typeface="Arial"/>
                <a:ea typeface="+mn-ea"/>
                <a:cs typeface="+mn-cs"/>
              </a:rPr>
              <a:t>rhs</a:t>
            </a:r>
            <a:r>
              <a:rPr kumimoji="0" lang="en-US" sz="1200" b="0" i="0" u="none" strike="noStrike" kern="1200" cap="none" spc="0" normalizeH="0" baseline="0" noProof="0" dirty="0">
                <a:ln>
                  <a:noFill/>
                </a:ln>
                <a:solidFill>
                  <a:srgbClr val="000000"/>
                </a:solidFill>
                <a:effectLst/>
                <a:uLnTx/>
                <a:uFillTx/>
                <a:latin typeface="Arial"/>
                <a:ea typeface="+mn-ea"/>
                <a:cs typeface="+mn-cs"/>
              </a:rPr>
              <a:t> where </a:t>
            </a:r>
            <a:r>
              <a:rPr kumimoji="0" lang="en-US" sz="1200" b="0" i="0" u="none" strike="noStrike" kern="1200" cap="none" spc="0" normalizeH="0" baseline="0" noProof="0" dirty="0" err="1">
                <a:ln>
                  <a:noFill/>
                </a:ln>
                <a:solidFill>
                  <a:srgbClr val="000000"/>
                </a:solidFill>
                <a:effectLst/>
                <a:uLnTx/>
                <a:uFillTx/>
                <a:latin typeface="Arial"/>
                <a:ea typeface="+mn-ea"/>
                <a:cs typeface="+mn-cs"/>
              </a:rPr>
              <a:t>lhs</a:t>
            </a:r>
            <a:r>
              <a:rPr kumimoji="0" lang="en-US" sz="1200" b="0" i="0" u="none" strike="noStrike" kern="1200" cap="none" spc="0" normalizeH="0" baseline="0" noProof="0" dirty="0">
                <a:ln>
                  <a:noFill/>
                </a:ln>
                <a:solidFill>
                  <a:srgbClr val="000000"/>
                </a:solidFill>
                <a:effectLst/>
                <a:uLnTx/>
                <a:uFillTx/>
                <a:latin typeface="Arial"/>
                <a:ea typeface="+mn-ea"/>
                <a:cs typeface="+mn-cs"/>
              </a:rPr>
              <a:t> is a numeric variable giving the data values and </a:t>
            </a:r>
            <a:r>
              <a:rPr kumimoji="0" lang="en-US" sz="1200" b="0" i="0" u="none" strike="noStrike" kern="1200" cap="none" spc="0" normalizeH="0" baseline="0" noProof="0" dirty="0" err="1">
                <a:ln>
                  <a:noFill/>
                </a:ln>
                <a:solidFill>
                  <a:srgbClr val="000000"/>
                </a:solidFill>
                <a:effectLst/>
                <a:uLnTx/>
                <a:uFillTx/>
                <a:latin typeface="Arial"/>
                <a:ea typeface="+mn-ea"/>
                <a:cs typeface="+mn-cs"/>
              </a:rPr>
              <a:t>rhs</a:t>
            </a:r>
            <a:r>
              <a:rPr kumimoji="0" lang="en-US" sz="1200" b="0" i="0" u="none" strike="noStrike" kern="1200" cap="none" spc="0" normalizeH="0" baseline="0" noProof="0" dirty="0">
                <a:ln>
                  <a:noFill/>
                </a:ln>
                <a:solidFill>
                  <a:srgbClr val="000000"/>
                </a:solidFill>
                <a:effectLst/>
                <a:uLnTx/>
                <a:uFillTx/>
                <a:latin typeface="Arial"/>
                <a:ea typeface="+mn-ea"/>
                <a:cs typeface="+mn-cs"/>
              </a:rPr>
              <a:t> a factor with two levels giving the corresponding groups.</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r>
              <a:rPr lang="en-US" sz="1200" b="1" dirty="0">
                <a:solidFill>
                  <a:srgbClr val="000000"/>
                </a:solidFill>
                <a:latin typeface="Arial"/>
              </a:rPr>
              <a:t>data : </a:t>
            </a:r>
            <a:r>
              <a:rPr lang="en-US" sz="1200" b="0" i="0" dirty="0">
                <a:solidFill>
                  <a:srgbClr val="000000"/>
                </a:solidFill>
                <a:effectLst/>
                <a:latin typeface="Arial" panose="020B0604020202020204" pitchFamily="34" charset="0"/>
              </a:rPr>
              <a:t>an optional matrix or data frame containing the variables in the formula.</a:t>
            </a: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2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dirty="0"/>
          </a:p>
        </p:txBody>
      </p:sp>
    </p:spTree>
    <p:extLst>
      <p:ext uri="{BB962C8B-B14F-4D97-AF65-F5344CB8AC3E}">
        <p14:creationId xmlns:p14="http://schemas.microsoft.com/office/powerpoint/2010/main" val="106935016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Arial" panose="020B0604020202020204" pitchFamily="34" charset="0"/>
              </a:rPr>
              <a:t>One Sample T</a:t>
            </a:r>
            <a:r>
              <a:rPr lang="en-US" i="0" dirty="0">
                <a:solidFill>
                  <a:srgbClr val="000000"/>
                </a:solidFill>
                <a:effectLst/>
                <a:latin typeface="Arial" panose="020B0604020202020204" pitchFamily="34" charset="0"/>
              </a:rPr>
              <a:t>- test</a:t>
            </a:r>
          </a:p>
        </p:txBody>
      </p:sp>
      <p:sp>
        <p:nvSpPr>
          <p:cNvPr id="5" name="Content Placeholder 4"/>
          <p:cNvSpPr>
            <a:spLocks noGrp="1"/>
          </p:cNvSpPr>
          <p:nvPr>
            <p:ph idx="1"/>
          </p:nvPr>
        </p:nvSpPr>
        <p:spPr>
          <a:xfrm>
            <a:off x="365920" y="827314"/>
            <a:ext cx="8394671" cy="3773715"/>
          </a:xfrm>
        </p:spPr>
        <p:txBody>
          <a:bodyPr/>
          <a:lstStyle/>
          <a:p>
            <a:pPr marL="0" marR="0" lvl="0" indent="0" algn="l" defTabSz="914400" rtl="0" eaLnBrk="1" fontAlgn="base" latinLnBrk="0" hangingPunct="1">
              <a:lnSpc>
                <a:spcPct val="100000"/>
              </a:lnSpc>
              <a:spcBef>
                <a:spcPct val="20000"/>
              </a:spcBef>
              <a:spcAft>
                <a:spcPct val="0"/>
              </a:spcAft>
              <a:buClrTx/>
              <a:buSzTx/>
              <a:buNone/>
              <a:tabLst/>
              <a:defRPr/>
            </a:pPr>
            <a:r>
              <a:rPr kumimoji="0" lang="en-US" b="1" i="0" u="sng" strike="noStrike" kern="0" cap="none" spc="0" normalizeH="0" baseline="0" noProof="0" dirty="0">
                <a:ln>
                  <a:noFill/>
                </a:ln>
                <a:solidFill>
                  <a:srgbClr val="000000"/>
                </a:solidFill>
                <a:effectLst/>
                <a:uLnTx/>
                <a:uFillTx/>
                <a:latin typeface="Arial"/>
                <a:ea typeface="ＭＳ Ｐゴシック" charset="0"/>
                <a:cs typeface="Arial" charset="0"/>
              </a:rPr>
              <a:t>One sample T- test</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One-Sample T-test compares the mean of a sample to a known value. Usually, the known value is a population mean.</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9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Hypotheses:</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H0: There is no significant difference between the sample mean and the population mean.</a:t>
            </a:r>
            <a:b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b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H1: There is a significant difference between the sample mean and the population mean.</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8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Assumptions:</a:t>
            </a:r>
          </a:p>
          <a:p>
            <a:pPr marL="282575" marR="0" lvl="0" indent="-166688"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data must be continuous.</a:t>
            </a:r>
          </a:p>
          <a:p>
            <a:pPr marL="282575" marR="0" lvl="0" indent="-166688"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data must follow the normal probability distribution.</a:t>
            </a:r>
          </a:p>
          <a:p>
            <a:pPr marL="282575" marR="0" lvl="0" indent="-166688"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sample is a simple random sample from its population.</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Test Statistic:</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a:ea typeface="ＭＳ Ｐゴシック" charset="0"/>
                <a:cs typeface="Arial" charset="0"/>
              </a:rPr>
              <a:t>			</a:t>
            </a:r>
            <a:endParaRPr kumimoji="0" lang="en-US" sz="1600" b="0" i="0" u="none" strike="noStrike" kern="0" cap="none" spc="0" normalizeH="0" baseline="30000" noProof="0" dirty="0">
              <a:ln>
                <a:noFill/>
              </a:ln>
              <a:solidFill>
                <a:srgbClr val="42014F"/>
              </a:solidFill>
              <a:effectLst/>
              <a:uLnTx/>
              <a:uFillTx/>
              <a:latin typeface="Arial"/>
              <a:ea typeface="ＭＳ Ｐゴシック" charset="0"/>
              <a:cs typeface="Arial" charset="0"/>
            </a:endParaRP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2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dirty="0"/>
          </a:p>
        </p:txBody>
      </p:sp>
      <p:graphicFrame>
        <p:nvGraphicFramePr>
          <p:cNvPr id="8" name="Object 3">
            <a:extLst>
              <a:ext uri="{FF2B5EF4-FFF2-40B4-BE49-F238E27FC236}">
                <a16:creationId xmlns:a16="http://schemas.microsoft.com/office/drawing/2014/main" id="{CD09A23D-D246-D559-C049-86E47A3C10D6}"/>
              </a:ext>
            </a:extLst>
          </p:cNvPr>
          <p:cNvGraphicFramePr>
            <a:graphicFrameLocks noChangeAspect="1"/>
          </p:cNvGraphicFramePr>
          <p:nvPr>
            <p:extLst>
              <p:ext uri="{D42A27DB-BD31-4B8C-83A1-F6EECF244321}">
                <p14:modId xmlns:p14="http://schemas.microsoft.com/office/powerpoint/2010/main" val="2287523521"/>
              </p:ext>
            </p:extLst>
          </p:nvPr>
        </p:nvGraphicFramePr>
        <p:xfrm>
          <a:off x="1915885" y="3630198"/>
          <a:ext cx="1473201" cy="970831"/>
        </p:xfrm>
        <a:graphic>
          <a:graphicData uri="http://schemas.openxmlformats.org/presentationml/2006/ole">
            <mc:AlternateContent xmlns:mc="http://schemas.openxmlformats.org/markup-compatibility/2006">
              <mc:Choice xmlns:v="urn:schemas-microsoft-com:vml" Requires="v">
                <p:oleObj name="Equation" r:id="rId2" imgW="647700" imgH="419100" progId="Equation.3">
                  <p:embed/>
                </p:oleObj>
              </mc:Choice>
              <mc:Fallback>
                <p:oleObj name="Equation" r:id="rId2" imgW="647700" imgH="419100" progId="Equation.3">
                  <p:embed/>
                  <p:pic>
                    <p:nvPicPr>
                      <p:cNvPr id="8" name="Object 3">
                        <a:extLst>
                          <a:ext uri="{FF2B5EF4-FFF2-40B4-BE49-F238E27FC236}">
                            <a16:creationId xmlns:a16="http://schemas.microsoft.com/office/drawing/2014/main" id="{CD09A23D-D246-D559-C049-86E47A3C1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885" y="3630198"/>
                        <a:ext cx="1473201" cy="970831"/>
                      </a:xfrm>
                      <a:prstGeom prst="rect">
                        <a:avLst/>
                      </a:prstGeom>
                      <a:noFill/>
                      <a:ln>
                        <a:noFill/>
                      </a:ln>
                      <a:effectLst/>
                    </p:spPr>
                  </p:pic>
                </p:oleObj>
              </mc:Fallback>
            </mc:AlternateContent>
          </a:graphicData>
        </a:graphic>
      </p:graphicFrame>
      <p:graphicFrame>
        <p:nvGraphicFramePr>
          <p:cNvPr id="9" name="Object 4">
            <a:extLst>
              <a:ext uri="{FF2B5EF4-FFF2-40B4-BE49-F238E27FC236}">
                <a16:creationId xmlns:a16="http://schemas.microsoft.com/office/drawing/2014/main" id="{F8C49AF5-1653-BA1D-8087-A2F23A7F3673}"/>
              </a:ext>
            </a:extLst>
          </p:cNvPr>
          <p:cNvGraphicFramePr>
            <a:graphicFrameLocks noChangeAspect="1"/>
          </p:cNvGraphicFramePr>
          <p:nvPr>
            <p:extLst>
              <p:ext uri="{D42A27DB-BD31-4B8C-83A1-F6EECF244321}">
                <p14:modId xmlns:p14="http://schemas.microsoft.com/office/powerpoint/2010/main" val="2858428996"/>
              </p:ext>
            </p:extLst>
          </p:nvPr>
        </p:nvGraphicFramePr>
        <p:xfrm>
          <a:off x="4873172" y="3744687"/>
          <a:ext cx="1638300" cy="907076"/>
        </p:xfrm>
        <a:graphic>
          <a:graphicData uri="http://schemas.openxmlformats.org/presentationml/2006/ole">
            <mc:AlternateContent xmlns:mc="http://schemas.openxmlformats.org/markup-compatibility/2006">
              <mc:Choice xmlns:v="urn:schemas-microsoft-com:vml" Requires="v">
                <p:oleObj name="Equation" r:id="rId4" imgW="1091726" imgH="660113" progId="Equation.3">
                  <p:embed/>
                </p:oleObj>
              </mc:Choice>
              <mc:Fallback>
                <p:oleObj name="Equation" r:id="rId4" imgW="1091726" imgH="660113" progId="Equation.3">
                  <p:embed/>
                  <p:pic>
                    <p:nvPicPr>
                      <p:cNvPr id="9" name="Object 4">
                        <a:extLst>
                          <a:ext uri="{FF2B5EF4-FFF2-40B4-BE49-F238E27FC236}">
                            <a16:creationId xmlns:a16="http://schemas.microsoft.com/office/drawing/2014/main" id="{F8C49AF5-1653-BA1D-8087-A2F23A7F36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3172" y="3744687"/>
                        <a:ext cx="1638300" cy="907076"/>
                      </a:xfrm>
                      <a:prstGeom prst="rect">
                        <a:avLst/>
                      </a:prstGeom>
                      <a:noFill/>
                      <a:ln>
                        <a:noFill/>
                      </a:ln>
                      <a:effectLst/>
                    </p:spPr>
                  </p:pic>
                </p:oleObj>
              </mc:Fallback>
            </mc:AlternateContent>
          </a:graphicData>
        </a:graphic>
      </p:graphicFrame>
      <p:sp>
        <p:nvSpPr>
          <p:cNvPr id="10" name="Rectangle 19">
            <a:extLst>
              <a:ext uri="{FF2B5EF4-FFF2-40B4-BE49-F238E27FC236}">
                <a16:creationId xmlns:a16="http://schemas.microsoft.com/office/drawing/2014/main" id="{CF1A59E2-8ECD-B3C6-5E0D-C02F1F2E15B6}"/>
              </a:ext>
            </a:extLst>
          </p:cNvPr>
          <p:cNvSpPr>
            <a:spLocks noChangeArrowheads="1"/>
          </p:cNvSpPr>
          <p:nvPr/>
        </p:nvSpPr>
        <p:spPr bwMode="auto">
          <a:xfrm>
            <a:off x="3962399" y="4194560"/>
            <a:ext cx="7120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1588"/>
              </a:spcBef>
              <a:buClr>
                <a:srgbClr val="004250"/>
              </a:buClr>
              <a:buSzPct val="90000"/>
              <a:buFont typeface="Arial" charset="0"/>
              <a:buChar char="►"/>
              <a:tabLst>
                <a:tab pos="457200" algn="l"/>
              </a:tabLst>
              <a:defRPr sz="1600">
                <a:solidFill>
                  <a:schemeClr val="tx1"/>
                </a:solidFill>
                <a:latin typeface="Arial" charset="0"/>
                <a:ea typeface="MS PGothic" pitchFamily="34" charset="-128"/>
                <a:cs typeface="Arial" charset="0"/>
              </a:defRPr>
            </a:lvl1pPr>
            <a:lvl2pPr marL="742950" indent="-285750" eaLnBrk="0" hangingPunct="0">
              <a:lnSpc>
                <a:spcPct val="90000"/>
              </a:lnSpc>
              <a:spcBef>
                <a:spcPts val="1188"/>
              </a:spcBef>
              <a:buClr>
                <a:srgbClr val="004250"/>
              </a:buClr>
              <a:buSzPct val="90000"/>
              <a:buFont typeface="Arial" charset="0"/>
              <a:buChar char="►"/>
              <a:defRPr sz="1600">
                <a:solidFill>
                  <a:schemeClr val="tx1"/>
                </a:solidFill>
                <a:latin typeface="Arial" charset="0"/>
                <a:ea typeface="MS PGothic" pitchFamily="34" charset="-128"/>
                <a:cs typeface="Arial" charset="0"/>
              </a:defRPr>
            </a:lvl2pPr>
            <a:lvl3pPr marL="1143000" indent="-228600" eaLnBrk="0" hangingPunct="0">
              <a:lnSpc>
                <a:spcPct val="90000"/>
              </a:lnSpc>
              <a:spcBef>
                <a:spcPts val="1013"/>
              </a:spcBef>
              <a:buClr>
                <a:srgbClr val="004250"/>
              </a:buClr>
              <a:buSzPct val="90000"/>
              <a:buFont typeface="Arial" charset="0"/>
              <a:buChar char="&gt;"/>
              <a:defRPr sz="1600">
                <a:solidFill>
                  <a:schemeClr val="tx1"/>
                </a:solidFill>
                <a:latin typeface="Arial" charset="0"/>
                <a:ea typeface="MS PGothic" pitchFamily="34" charset="-128"/>
                <a:cs typeface="Arial" charset="0"/>
              </a:defRPr>
            </a:lvl3pPr>
            <a:lvl4pPr marL="1600200" indent="-228600" eaLnBrk="0" hangingPunct="0">
              <a:lnSpc>
                <a:spcPct val="90000"/>
              </a:lnSpc>
              <a:spcBef>
                <a:spcPts val="863"/>
              </a:spcBef>
              <a:buClr>
                <a:srgbClr val="004250"/>
              </a:buClr>
              <a:buSzPct val="90000"/>
              <a:buFont typeface="Arial" charset="0"/>
              <a:buChar char="&gt;"/>
              <a:defRPr sz="1600">
                <a:solidFill>
                  <a:schemeClr val="tx1"/>
                </a:solidFill>
                <a:latin typeface="Arial" charset="0"/>
                <a:ea typeface="MS PGothic" pitchFamily="34" charset="-128"/>
                <a:cs typeface="Arial" charset="0"/>
              </a:defRPr>
            </a:lvl4pPr>
            <a:lvl5pPr marL="2057400" indent="-228600" eaLnBrk="0" hangingPunct="0">
              <a:spcBef>
                <a:spcPct val="20000"/>
              </a:spcBef>
              <a:buBlip>
                <a:blip r:embed="rId6"/>
              </a:buBlip>
              <a:defRPr sz="1600">
                <a:solidFill>
                  <a:schemeClr val="tx1"/>
                </a:solidFill>
                <a:latin typeface="Arial" charset="0"/>
                <a:ea typeface="MS PGothic" pitchFamily="34" charset="-128"/>
                <a:cs typeface="Arial" charset="0"/>
              </a:defRPr>
            </a:lvl5pPr>
            <a:lvl6pPr marL="2514600" indent="-228600" eaLnBrk="0" fontAlgn="base" hangingPunct="0">
              <a:spcBef>
                <a:spcPct val="20000"/>
              </a:spcBef>
              <a:spcAft>
                <a:spcPct val="0"/>
              </a:spcAft>
              <a:buBlip>
                <a:blip r:embed="rId6"/>
              </a:buBlip>
              <a:defRPr sz="1600">
                <a:solidFill>
                  <a:schemeClr val="tx1"/>
                </a:solidFill>
                <a:latin typeface="Arial" charset="0"/>
                <a:ea typeface="MS PGothic" pitchFamily="34" charset="-128"/>
                <a:cs typeface="Arial" charset="0"/>
              </a:defRPr>
            </a:lvl6pPr>
            <a:lvl7pPr marL="2971800" indent="-228600" eaLnBrk="0" fontAlgn="base" hangingPunct="0">
              <a:spcBef>
                <a:spcPct val="20000"/>
              </a:spcBef>
              <a:spcAft>
                <a:spcPct val="0"/>
              </a:spcAft>
              <a:buBlip>
                <a:blip r:embed="rId6"/>
              </a:buBlip>
              <a:defRPr sz="1600">
                <a:solidFill>
                  <a:schemeClr val="tx1"/>
                </a:solidFill>
                <a:latin typeface="Arial" charset="0"/>
                <a:ea typeface="MS PGothic" pitchFamily="34" charset="-128"/>
                <a:cs typeface="Arial" charset="0"/>
              </a:defRPr>
            </a:lvl7pPr>
            <a:lvl8pPr marL="3429000" indent="-228600" eaLnBrk="0" fontAlgn="base" hangingPunct="0">
              <a:spcBef>
                <a:spcPct val="20000"/>
              </a:spcBef>
              <a:spcAft>
                <a:spcPct val="0"/>
              </a:spcAft>
              <a:buBlip>
                <a:blip r:embed="rId6"/>
              </a:buBlip>
              <a:defRPr sz="1600">
                <a:solidFill>
                  <a:schemeClr val="tx1"/>
                </a:solidFill>
                <a:latin typeface="Arial" charset="0"/>
                <a:ea typeface="MS PGothic" pitchFamily="34" charset="-128"/>
                <a:cs typeface="Arial" charset="0"/>
              </a:defRPr>
            </a:lvl8pPr>
            <a:lvl9pPr marL="3886200" indent="-228600" eaLnBrk="0" fontAlgn="base" hangingPunct="0">
              <a:spcBef>
                <a:spcPct val="20000"/>
              </a:spcBef>
              <a:spcAft>
                <a:spcPct val="0"/>
              </a:spcAft>
              <a:buBlip>
                <a:blip r:embed="rId6"/>
              </a:buBlip>
              <a:defRPr sz="1600">
                <a:solidFill>
                  <a:schemeClr val="tx1"/>
                </a:solidFill>
                <a:latin typeface="Arial" charset="0"/>
                <a:ea typeface="MS PGothic" pitchFamily="34" charset="-128"/>
                <a:cs typeface="Arial" charset="0"/>
              </a:defRPr>
            </a:lvl9pPr>
          </a:lstStyle>
          <a:p>
            <a:pPr eaLnBrk="1" hangingPunct="1">
              <a:lnSpc>
                <a:spcPct val="100000"/>
              </a:lnSpc>
              <a:spcBef>
                <a:spcPct val="0"/>
              </a:spcBef>
              <a:buClrTx/>
              <a:buSzTx/>
              <a:buFontTx/>
              <a:buNone/>
            </a:pPr>
            <a:r>
              <a:rPr lang="en-US" altLang="en-US" sz="1400" dirty="0"/>
              <a:t>Where</a:t>
            </a:r>
          </a:p>
        </p:txBody>
      </p:sp>
    </p:spTree>
    <p:extLst>
      <p:ext uri="{BB962C8B-B14F-4D97-AF65-F5344CB8AC3E}">
        <p14:creationId xmlns:p14="http://schemas.microsoft.com/office/powerpoint/2010/main" val="204066094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kumimoji="0" lang="en-US" altLang="en-US" sz="2800" b="1" i="0" u="none" strike="noStrike" kern="1200" cap="none" spc="0" normalizeH="0" baseline="0" noProof="0" dirty="0">
                <a:ln>
                  <a:noFill/>
                </a:ln>
                <a:solidFill>
                  <a:srgbClr val="000000"/>
                </a:solidFill>
                <a:effectLst/>
                <a:uLnTx/>
                <a:uFillTx/>
                <a:latin typeface="Arial" charset="0"/>
                <a:ea typeface="+mj-ea"/>
                <a:cs typeface="Arial" charset="0"/>
              </a:rPr>
              <a:t>R code and output</a:t>
            </a:r>
            <a:endParaRPr lang="en-US" i="0" dirty="0">
              <a:solidFill>
                <a:srgbClr val="000000"/>
              </a:solidFill>
              <a:effectLst/>
              <a:latin typeface="Arial" panose="020B0604020202020204" pitchFamily="34" charset="0"/>
            </a:endParaRPr>
          </a:p>
        </p:txBody>
      </p:sp>
      <p:sp>
        <p:nvSpPr>
          <p:cNvPr id="5" name="Content Placeholder 4"/>
          <p:cNvSpPr>
            <a:spLocks noGrp="1"/>
          </p:cNvSpPr>
          <p:nvPr>
            <p:ph idx="1"/>
          </p:nvPr>
        </p:nvSpPr>
        <p:spPr>
          <a:xfrm>
            <a:off x="365920" y="827314"/>
            <a:ext cx="8394671" cy="3773715"/>
          </a:xfrm>
        </p:spPr>
        <p:txBody>
          <a:bodyPr/>
          <a:lstStyle/>
          <a:p>
            <a:pPr marL="342900" indent="-342900" defTabSz="914400" fontAlgn="base">
              <a:lnSpc>
                <a:spcPct val="100000"/>
              </a:lnSpc>
              <a:spcBef>
                <a:spcPct val="20000"/>
              </a:spcBef>
              <a:spcAft>
                <a:spcPct val="0"/>
              </a:spcAft>
              <a:buSzTx/>
              <a:buNone/>
              <a:defRPr/>
            </a:pPr>
            <a:r>
              <a:rPr lang="en-US" sz="1400" dirty="0"/>
              <a:t>#Read data</a:t>
            </a:r>
          </a:p>
          <a:p>
            <a:pPr marL="342900" indent="-227013" defTabSz="914400" fontAlgn="base">
              <a:lnSpc>
                <a:spcPct val="100000"/>
              </a:lnSpc>
              <a:spcBef>
                <a:spcPct val="20000"/>
              </a:spcBef>
              <a:spcAft>
                <a:spcPct val="0"/>
              </a:spcAft>
              <a:buSzTx/>
              <a:buNone/>
              <a:defRPr/>
            </a:pPr>
            <a:r>
              <a:rPr lang="en-US" sz="1200" dirty="0"/>
              <a:t>library(admiral)</a:t>
            </a:r>
          </a:p>
          <a:p>
            <a:pPr marL="342900" indent="-227013" defTabSz="914400" fontAlgn="base">
              <a:lnSpc>
                <a:spcPct val="100000"/>
              </a:lnSpc>
              <a:spcBef>
                <a:spcPct val="20000"/>
              </a:spcBef>
              <a:spcAft>
                <a:spcPct val="0"/>
              </a:spcAft>
              <a:buSzTx/>
              <a:buNone/>
              <a:defRPr/>
            </a:pPr>
            <a:r>
              <a:rPr lang="en-US" sz="1200" dirty="0"/>
              <a:t>data("</a:t>
            </a:r>
            <a:r>
              <a:rPr lang="en-US" sz="1200" dirty="0" err="1"/>
              <a:t>admiral_adsl</a:t>
            </a:r>
            <a:r>
              <a:rPr lang="en-US" sz="1200" dirty="0"/>
              <a:t>")</a:t>
            </a:r>
          </a:p>
          <a:p>
            <a:pPr marL="342900" indent="-227013" defTabSz="914400" fontAlgn="base">
              <a:lnSpc>
                <a:spcPct val="100000"/>
              </a:lnSpc>
              <a:spcBef>
                <a:spcPct val="20000"/>
              </a:spcBef>
              <a:spcAft>
                <a:spcPct val="0"/>
              </a:spcAft>
              <a:buSzTx/>
              <a:buNone/>
              <a:defRPr/>
            </a:pPr>
            <a:r>
              <a:rPr lang="en-US" sz="1200" dirty="0" err="1"/>
              <a:t>adsl</a:t>
            </a:r>
            <a:r>
              <a:rPr lang="en-US" sz="1200" dirty="0"/>
              <a:t> &lt;- </a:t>
            </a:r>
            <a:r>
              <a:rPr lang="en-US" sz="1200" dirty="0" err="1"/>
              <a:t>convert_blanks_to_na</a:t>
            </a:r>
            <a:r>
              <a:rPr lang="en-US" sz="1200" dirty="0"/>
              <a:t>(</a:t>
            </a:r>
            <a:r>
              <a:rPr lang="en-US" sz="1200" dirty="0" err="1"/>
              <a:t>admiral_adsl</a:t>
            </a:r>
            <a:r>
              <a:rPr lang="en-US" sz="1200" dirty="0"/>
              <a:t>)</a:t>
            </a:r>
          </a:p>
          <a:p>
            <a:pPr marL="342900" indent="-227013" defTabSz="914400" fontAlgn="base">
              <a:lnSpc>
                <a:spcPct val="100000"/>
              </a:lnSpc>
              <a:spcBef>
                <a:spcPct val="20000"/>
              </a:spcBef>
              <a:spcAft>
                <a:spcPct val="0"/>
              </a:spcAft>
              <a:buSzTx/>
              <a:buNone/>
              <a:defRPr/>
            </a:pPr>
            <a:endParaRPr lang="en-US" sz="1200" dirty="0"/>
          </a:p>
          <a:p>
            <a:pPr marL="342900" indent="-342900" defTabSz="914400" fontAlgn="base">
              <a:lnSpc>
                <a:spcPct val="100000"/>
              </a:lnSpc>
              <a:spcBef>
                <a:spcPct val="20000"/>
              </a:spcBef>
              <a:spcAft>
                <a:spcPct val="0"/>
              </a:spcAft>
              <a:buSzTx/>
              <a:buNone/>
              <a:defRPr/>
            </a:pPr>
            <a:r>
              <a:rPr lang="en-US" sz="1600" dirty="0"/>
              <a:t>#</a:t>
            </a:r>
            <a:r>
              <a:rPr lang="en-US" sz="1400" dirty="0"/>
              <a:t>Shapiro-Wilk Normality test</a:t>
            </a:r>
          </a:p>
          <a:p>
            <a:pPr marL="342900" indent="-227013" defTabSz="914400" fontAlgn="base">
              <a:lnSpc>
                <a:spcPct val="100000"/>
              </a:lnSpc>
              <a:spcBef>
                <a:spcPct val="20000"/>
              </a:spcBef>
              <a:spcAft>
                <a:spcPct val="0"/>
              </a:spcAft>
              <a:buSzTx/>
              <a:buNone/>
              <a:defRPr/>
            </a:pPr>
            <a:r>
              <a:rPr lang="en-US" sz="1200" dirty="0" err="1"/>
              <a:t>shapiro.test</a:t>
            </a:r>
            <a:r>
              <a:rPr lang="en-US" sz="1200" dirty="0"/>
              <a:t>(</a:t>
            </a:r>
            <a:r>
              <a:rPr lang="en-US" sz="1200" dirty="0" err="1"/>
              <a:t>adsl$AGE</a:t>
            </a:r>
            <a:r>
              <a:rPr lang="en-US" sz="1200" dirty="0"/>
              <a:t>[adsl$TRT01P=="Placebo"])</a:t>
            </a:r>
          </a:p>
          <a:p>
            <a:pPr marL="342900" indent="-227013" defTabSz="914400" fontAlgn="base">
              <a:lnSpc>
                <a:spcPct val="100000"/>
              </a:lnSpc>
              <a:spcBef>
                <a:spcPct val="20000"/>
              </a:spcBef>
              <a:spcAft>
                <a:spcPct val="0"/>
              </a:spcAft>
              <a:buSzTx/>
              <a:buNone/>
              <a:defRPr/>
            </a:pPr>
            <a:endParaRPr lang="en-US" sz="1200" dirty="0"/>
          </a:p>
          <a:p>
            <a:pPr marL="342900" indent="-342900" defTabSz="914400" fontAlgn="base">
              <a:lnSpc>
                <a:spcPct val="100000"/>
              </a:lnSpc>
              <a:spcBef>
                <a:spcPct val="20000"/>
              </a:spcBef>
              <a:spcAft>
                <a:spcPct val="0"/>
              </a:spcAft>
              <a:buSzTx/>
              <a:buNone/>
              <a:defRPr/>
            </a:pPr>
            <a:r>
              <a:rPr lang="en-US" sz="1400" dirty="0"/>
              <a:t>#Perform one sample t-test</a:t>
            </a:r>
          </a:p>
          <a:p>
            <a:pPr marL="342900" marR="0" lvl="0" indent="-227013" algn="l" defTabSz="914400" rtl="0" eaLnBrk="1" fontAlgn="base" latinLnBrk="0" hangingPunct="1">
              <a:lnSpc>
                <a:spcPct val="100000"/>
              </a:lnSpc>
              <a:spcBef>
                <a:spcPct val="20000"/>
              </a:spcBef>
              <a:spcAft>
                <a:spcPct val="0"/>
              </a:spcAft>
              <a:buClrTx/>
              <a:buSzTx/>
              <a:buFontTx/>
              <a:buNone/>
              <a:tabLst/>
              <a:defRPr/>
            </a:pPr>
            <a:r>
              <a:rPr lang="en-US" sz="1200" dirty="0"/>
              <a:t>one.t &lt;- </a:t>
            </a:r>
            <a:r>
              <a:rPr lang="en-US" sz="1200" dirty="0" err="1"/>
              <a:t>t.test</a:t>
            </a:r>
            <a:r>
              <a:rPr lang="en-US" sz="1200" dirty="0"/>
              <a:t>(</a:t>
            </a:r>
            <a:r>
              <a:rPr lang="en-US" sz="1200" dirty="0" err="1"/>
              <a:t>adsl$AGE</a:t>
            </a:r>
            <a:r>
              <a:rPr lang="en-US" sz="1200" dirty="0"/>
              <a:t>[adsl$TRT01P=="Placebo"])</a:t>
            </a:r>
          </a:p>
          <a:p>
            <a:pPr marL="342900" marR="0" lvl="0" indent="-227013" algn="l" defTabSz="914400" rtl="0" eaLnBrk="1" fontAlgn="base" latinLnBrk="0" hangingPunct="1">
              <a:lnSpc>
                <a:spcPct val="100000"/>
              </a:lnSpc>
              <a:spcBef>
                <a:spcPct val="20000"/>
              </a:spcBef>
              <a:spcAft>
                <a:spcPct val="0"/>
              </a:spcAft>
              <a:buClrTx/>
              <a:buSzTx/>
              <a:buFontTx/>
              <a:buNone/>
              <a:tabLst/>
              <a:defRPr/>
            </a:pPr>
            <a:r>
              <a:rPr lang="en-US" sz="1200" dirty="0"/>
              <a:t>one.t</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a:ea typeface="ＭＳ Ｐゴシック" charset="0"/>
                <a:cs typeface="Arial" charset="0"/>
              </a:rPr>
              <a:t>			</a:t>
            </a:r>
            <a:endParaRPr kumimoji="0" lang="en-US" sz="1600" b="0" i="0" u="none" strike="noStrike" kern="0" cap="none" spc="0" normalizeH="0" baseline="30000" noProof="0" dirty="0">
              <a:ln>
                <a:noFill/>
              </a:ln>
              <a:solidFill>
                <a:srgbClr val="42014F"/>
              </a:solidFill>
              <a:effectLst/>
              <a:uLnTx/>
              <a:uFillTx/>
              <a:latin typeface="Arial"/>
              <a:ea typeface="ＭＳ Ｐゴシック" charset="0"/>
              <a:cs typeface="Arial" charset="0"/>
            </a:endParaRP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2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dirty="0"/>
          </a:p>
        </p:txBody>
      </p:sp>
      <p:pic>
        <p:nvPicPr>
          <p:cNvPr id="12" name="Picture 11">
            <a:extLst>
              <a:ext uri="{FF2B5EF4-FFF2-40B4-BE49-F238E27FC236}">
                <a16:creationId xmlns:a16="http://schemas.microsoft.com/office/drawing/2014/main" id="{BD9B10BC-B4AB-161D-0096-C38FB74E530F}"/>
              </a:ext>
            </a:extLst>
          </p:cNvPr>
          <p:cNvPicPr>
            <a:picLocks noChangeAspect="1"/>
          </p:cNvPicPr>
          <p:nvPr/>
        </p:nvPicPr>
        <p:blipFill>
          <a:blip r:embed="rId2"/>
          <a:stretch>
            <a:fillRect/>
          </a:stretch>
        </p:blipFill>
        <p:spPr>
          <a:xfrm>
            <a:off x="5011294" y="1900794"/>
            <a:ext cx="3131219" cy="856920"/>
          </a:xfrm>
          <a:prstGeom prst="rect">
            <a:avLst/>
          </a:prstGeom>
        </p:spPr>
      </p:pic>
      <p:pic>
        <p:nvPicPr>
          <p:cNvPr id="14" name="Picture 13">
            <a:extLst>
              <a:ext uri="{FF2B5EF4-FFF2-40B4-BE49-F238E27FC236}">
                <a16:creationId xmlns:a16="http://schemas.microsoft.com/office/drawing/2014/main" id="{25BD788C-802A-22D7-49A2-2196EFC87DB7}"/>
              </a:ext>
            </a:extLst>
          </p:cNvPr>
          <p:cNvPicPr>
            <a:picLocks noChangeAspect="1"/>
          </p:cNvPicPr>
          <p:nvPr/>
        </p:nvPicPr>
        <p:blipFill>
          <a:blip r:embed="rId3"/>
          <a:stretch>
            <a:fillRect/>
          </a:stretch>
        </p:blipFill>
        <p:spPr>
          <a:xfrm>
            <a:off x="2315030" y="3205773"/>
            <a:ext cx="3845878" cy="1562235"/>
          </a:xfrm>
          <a:prstGeom prst="rect">
            <a:avLst/>
          </a:prstGeom>
        </p:spPr>
      </p:pic>
    </p:spTree>
    <p:extLst>
      <p:ext uri="{BB962C8B-B14F-4D97-AF65-F5344CB8AC3E}">
        <p14:creationId xmlns:p14="http://schemas.microsoft.com/office/powerpoint/2010/main" val="296779339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kumimoji="0" lang="en-US" altLang="en-US" sz="2800" b="1" i="0" u="none" strike="noStrike" kern="1200" cap="none" spc="0" normalizeH="0" baseline="0" noProof="0" dirty="0">
                <a:ln>
                  <a:noFill/>
                </a:ln>
                <a:solidFill>
                  <a:srgbClr val="000000"/>
                </a:solidFill>
                <a:effectLst/>
                <a:uLnTx/>
                <a:uFillTx/>
                <a:latin typeface="Arial" charset="0"/>
                <a:ea typeface="+mj-ea"/>
                <a:cs typeface="Arial" charset="0"/>
              </a:rPr>
              <a:t>Independent T-test</a:t>
            </a:r>
            <a:endParaRPr lang="en-US" i="0" dirty="0">
              <a:solidFill>
                <a:srgbClr val="000000"/>
              </a:solidFill>
              <a:effectLst/>
              <a:latin typeface="Arial" panose="020B0604020202020204" pitchFamily="34" charset="0"/>
            </a:endParaRPr>
          </a:p>
        </p:txBody>
      </p:sp>
      <p:sp>
        <p:nvSpPr>
          <p:cNvPr id="5" name="Content Placeholder 4"/>
          <p:cNvSpPr>
            <a:spLocks noGrp="1"/>
          </p:cNvSpPr>
          <p:nvPr>
            <p:ph idx="1"/>
          </p:nvPr>
        </p:nvSpPr>
        <p:spPr>
          <a:xfrm>
            <a:off x="365920" y="827314"/>
            <a:ext cx="8394671" cy="3911600"/>
          </a:xfrm>
        </p:spPr>
        <p:txBody>
          <a:bodyPr/>
          <a:lstStyle/>
          <a:p>
            <a:pPr marL="457200" marR="0" lvl="0" indent="-457200" algn="l" defTabSz="914400" rtl="0" eaLnBrk="1" fontAlgn="base" latinLnBrk="0" hangingPunct="1">
              <a:lnSpc>
                <a:spcPct val="100000"/>
              </a:lnSpc>
              <a:spcBef>
                <a:spcPct val="20000"/>
              </a:spcBef>
              <a:spcAft>
                <a:spcPct val="0"/>
              </a:spcAft>
              <a:buClrTx/>
              <a:buSzTx/>
              <a:buFontTx/>
              <a:buNone/>
              <a:tabLst/>
              <a:defRPr/>
            </a:pPr>
            <a:r>
              <a:rPr kumimoji="0" lang="en-US" b="1" i="0" u="sng" strike="noStrike" kern="0" cap="none" spc="0" normalizeH="0" baseline="0" noProof="0" dirty="0">
                <a:ln>
                  <a:noFill/>
                </a:ln>
                <a:solidFill>
                  <a:srgbClr val="000000"/>
                </a:solidFill>
                <a:effectLst/>
                <a:uLnTx/>
                <a:uFillTx/>
                <a:latin typeface="Arial"/>
                <a:ea typeface="ＭＳ Ｐゴシック" charset="0"/>
                <a:cs typeface="Arial" charset="0"/>
              </a:rPr>
              <a:t>Independent T- test (two sample)</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The Independent sample T Test compares the means of two groups on a given variable.</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Hypotheses:</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H0: The means of the two groups are not significantly different.</a:t>
            </a:r>
            <a:b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b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H1: The means of the two groups are significantly different.</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Assumptions:</a:t>
            </a:r>
          </a:p>
          <a:p>
            <a:pPr marL="342900" marR="0" lvl="0" indent="-227013"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data must be continuous.</a:t>
            </a:r>
          </a:p>
          <a:p>
            <a:pPr marL="342900" marR="0" lvl="0" indent="-227013"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data must follow the normal probability distribution.</a:t>
            </a:r>
          </a:p>
          <a:p>
            <a:pPr marL="342900" marR="0" lvl="0" indent="-227013" algn="l" defTabSz="914400" rtl="0" eaLnBrk="1" fontAlgn="base" latinLnBrk="0" hangingPunct="1">
              <a:lnSpc>
                <a:spcPct val="100000"/>
              </a:lnSpc>
              <a:spcBef>
                <a:spcPct val="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variances of the two populations are equal. (If not, the Aspin-Welch </a:t>
            </a:r>
            <a:r>
              <a:rPr lang="en-US" sz="1400" b="0" i="0" dirty="0">
                <a:solidFill>
                  <a:srgbClr val="000000"/>
                </a:solidFill>
                <a:effectLst/>
                <a:latin typeface="Arial" panose="020B0604020202020204" pitchFamily="34" charset="0"/>
              </a:rPr>
              <a:t> (or Satterthwaite)</a:t>
            </a: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 Unequal-Variance test is used.)</a:t>
            </a:r>
          </a:p>
          <a:p>
            <a:pPr marL="342900" marR="0" lvl="0" indent="-227013" algn="l" defTabSz="914400" rtl="0" eaLnBrk="1" fontAlgn="base" latinLnBrk="0" hangingPunct="1">
              <a:lnSpc>
                <a:spcPct val="100000"/>
              </a:lnSpc>
              <a:spcBef>
                <a:spcPct val="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Two samples are independent. There is no relationship between the individuals in one sample as compared to the other.</a:t>
            </a:r>
          </a:p>
          <a:p>
            <a:pPr marL="342900" marR="0" lvl="0" indent="-227013"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Both the samples are simple random sample from their respective population.	</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	Test Statistic:</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			</a:t>
            </a:r>
            <a:endParaRPr kumimoji="0" lang="en-US" sz="1400" b="0" i="0" u="none" strike="noStrike" kern="0" cap="none" spc="0" normalizeH="0" baseline="30000" noProof="0" dirty="0">
              <a:ln>
                <a:noFill/>
              </a:ln>
              <a:solidFill>
                <a:srgbClr val="42014F"/>
              </a:solidFill>
              <a:effectLst/>
              <a:uLnTx/>
              <a:uFillTx/>
              <a:latin typeface="Arial"/>
              <a:ea typeface="ＭＳ Ｐゴシック" charset="0"/>
              <a:cs typeface="Arial" charset="0"/>
            </a:endParaRP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sz="1400" dirty="0"/>
          </a:p>
        </p:txBody>
      </p:sp>
      <p:graphicFrame>
        <p:nvGraphicFramePr>
          <p:cNvPr id="3" name="Object 2">
            <a:extLst>
              <a:ext uri="{FF2B5EF4-FFF2-40B4-BE49-F238E27FC236}">
                <a16:creationId xmlns:a16="http://schemas.microsoft.com/office/drawing/2014/main" id="{83753452-BA25-F374-C719-873C11E16884}"/>
              </a:ext>
            </a:extLst>
          </p:cNvPr>
          <p:cNvGraphicFramePr>
            <a:graphicFrameLocks noChangeAspect="1"/>
          </p:cNvGraphicFramePr>
          <p:nvPr>
            <p:extLst>
              <p:ext uri="{D42A27DB-BD31-4B8C-83A1-F6EECF244321}">
                <p14:modId xmlns:p14="http://schemas.microsoft.com/office/powerpoint/2010/main" val="3338123019"/>
              </p:ext>
            </p:extLst>
          </p:nvPr>
        </p:nvGraphicFramePr>
        <p:xfrm>
          <a:off x="2133600" y="4045542"/>
          <a:ext cx="1524000" cy="685800"/>
        </p:xfrm>
        <a:graphic>
          <a:graphicData uri="http://schemas.openxmlformats.org/presentationml/2006/ole">
            <mc:AlternateContent xmlns:mc="http://schemas.openxmlformats.org/markup-compatibility/2006">
              <mc:Choice xmlns:v="urn:schemas-microsoft-com:vml" Requires="v">
                <p:oleObj name="Equation" r:id="rId2" imgW="977900" imgH="660400" progId="Equation.3">
                  <p:embed/>
                </p:oleObj>
              </mc:Choice>
              <mc:Fallback>
                <p:oleObj name="Equation" r:id="rId2" imgW="977900" imgH="660400" progId="Equation.3">
                  <p:embed/>
                  <p:pic>
                    <p:nvPicPr>
                      <p:cNvPr id="3" name="Object 2">
                        <a:extLst>
                          <a:ext uri="{FF2B5EF4-FFF2-40B4-BE49-F238E27FC236}">
                            <a16:creationId xmlns:a16="http://schemas.microsoft.com/office/drawing/2014/main" id="{83753452-BA25-F374-C719-873C11E168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045542"/>
                        <a:ext cx="15240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8">
            <a:extLst>
              <a:ext uri="{FF2B5EF4-FFF2-40B4-BE49-F238E27FC236}">
                <a16:creationId xmlns:a16="http://schemas.microsoft.com/office/drawing/2014/main" id="{3E81911B-3F62-F1DE-C652-6E705EDA34DB}"/>
              </a:ext>
            </a:extLst>
          </p:cNvPr>
          <p:cNvSpPr>
            <a:spLocks noChangeArrowheads="1"/>
          </p:cNvSpPr>
          <p:nvPr/>
        </p:nvSpPr>
        <p:spPr bwMode="auto">
          <a:xfrm>
            <a:off x="4267200" y="4219713"/>
            <a:ext cx="67197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90000"/>
              </a:lnSpc>
              <a:spcBef>
                <a:spcPts val="1588"/>
              </a:spcBef>
              <a:buClr>
                <a:srgbClr val="004250"/>
              </a:buClr>
              <a:buSzPct val="90000"/>
              <a:buFont typeface="Arial" charset="0"/>
              <a:buChar char="►"/>
              <a:tabLst>
                <a:tab pos="457200" algn="l"/>
              </a:tabLst>
              <a:defRPr sz="1600">
                <a:solidFill>
                  <a:schemeClr val="tx1"/>
                </a:solidFill>
                <a:latin typeface="Arial" charset="0"/>
                <a:ea typeface="MS PGothic" pitchFamily="34" charset="-128"/>
                <a:cs typeface="Arial" charset="0"/>
              </a:defRPr>
            </a:lvl1pPr>
            <a:lvl2pPr marL="742950" indent="-285750" eaLnBrk="0" hangingPunct="0">
              <a:lnSpc>
                <a:spcPct val="90000"/>
              </a:lnSpc>
              <a:spcBef>
                <a:spcPts val="1188"/>
              </a:spcBef>
              <a:buClr>
                <a:srgbClr val="004250"/>
              </a:buClr>
              <a:buSzPct val="90000"/>
              <a:buFont typeface="Arial" charset="0"/>
              <a:buChar char="►"/>
              <a:defRPr sz="1600">
                <a:solidFill>
                  <a:schemeClr val="tx1"/>
                </a:solidFill>
                <a:latin typeface="Arial" charset="0"/>
                <a:ea typeface="MS PGothic" pitchFamily="34" charset="-128"/>
                <a:cs typeface="Arial" charset="0"/>
              </a:defRPr>
            </a:lvl2pPr>
            <a:lvl3pPr marL="1143000" indent="-228600" eaLnBrk="0" hangingPunct="0">
              <a:lnSpc>
                <a:spcPct val="90000"/>
              </a:lnSpc>
              <a:spcBef>
                <a:spcPts val="1013"/>
              </a:spcBef>
              <a:buClr>
                <a:srgbClr val="004250"/>
              </a:buClr>
              <a:buSzPct val="90000"/>
              <a:buFont typeface="Arial" charset="0"/>
              <a:buChar char="&gt;"/>
              <a:defRPr sz="1600">
                <a:solidFill>
                  <a:schemeClr val="tx1"/>
                </a:solidFill>
                <a:latin typeface="Arial" charset="0"/>
                <a:ea typeface="MS PGothic" pitchFamily="34" charset="-128"/>
                <a:cs typeface="Arial" charset="0"/>
              </a:defRPr>
            </a:lvl3pPr>
            <a:lvl4pPr marL="1600200" indent="-228600" eaLnBrk="0" hangingPunct="0">
              <a:lnSpc>
                <a:spcPct val="90000"/>
              </a:lnSpc>
              <a:spcBef>
                <a:spcPts val="863"/>
              </a:spcBef>
              <a:buClr>
                <a:srgbClr val="004250"/>
              </a:buClr>
              <a:buSzPct val="90000"/>
              <a:buFont typeface="Arial" charset="0"/>
              <a:buChar char="&gt;"/>
              <a:defRPr sz="1600">
                <a:solidFill>
                  <a:schemeClr val="tx1"/>
                </a:solidFill>
                <a:latin typeface="Arial" charset="0"/>
                <a:ea typeface="MS PGothic" pitchFamily="34" charset="-128"/>
                <a:cs typeface="Arial" charset="0"/>
              </a:defRPr>
            </a:lvl4pPr>
            <a:lvl5pPr marL="2057400" indent="-228600" eaLnBrk="0" hangingPunct="0">
              <a:spcBef>
                <a:spcPct val="20000"/>
              </a:spcBef>
              <a:buBlip>
                <a:blip r:embed="rId4"/>
              </a:buBlip>
              <a:defRPr sz="1600">
                <a:solidFill>
                  <a:schemeClr val="tx1"/>
                </a:solidFill>
                <a:latin typeface="Arial" charset="0"/>
                <a:ea typeface="MS PGothic" pitchFamily="34" charset="-128"/>
                <a:cs typeface="Arial" charset="0"/>
              </a:defRPr>
            </a:lvl5pPr>
            <a:lvl6pPr marL="2514600" indent="-228600" eaLnBrk="0" fontAlgn="base" hangingPunct="0">
              <a:spcBef>
                <a:spcPct val="20000"/>
              </a:spcBef>
              <a:spcAft>
                <a:spcPct val="0"/>
              </a:spcAft>
              <a:buBlip>
                <a:blip r:embed="rId4"/>
              </a:buBlip>
              <a:defRPr sz="1600">
                <a:solidFill>
                  <a:schemeClr val="tx1"/>
                </a:solidFill>
                <a:latin typeface="Arial" charset="0"/>
                <a:ea typeface="MS PGothic" pitchFamily="34" charset="-128"/>
                <a:cs typeface="Arial" charset="0"/>
              </a:defRPr>
            </a:lvl6pPr>
            <a:lvl7pPr marL="2971800" indent="-228600" eaLnBrk="0" fontAlgn="base" hangingPunct="0">
              <a:spcBef>
                <a:spcPct val="20000"/>
              </a:spcBef>
              <a:spcAft>
                <a:spcPct val="0"/>
              </a:spcAft>
              <a:buBlip>
                <a:blip r:embed="rId4"/>
              </a:buBlip>
              <a:defRPr sz="1600">
                <a:solidFill>
                  <a:schemeClr val="tx1"/>
                </a:solidFill>
                <a:latin typeface="Arial" charset="0"/>
                <a:ea typeface="MS PGothic" pitchFamily="34" charset="-128"/>
                <a:cs typeface="Arial" charset="0"/>
              </a:defRPr>
            </a:lvl7pPr>
            <a:lvl8pPr marL="3429000" indent="-228600" eaLnBrk="0" fontAlgn="base" hangingPunct="0">
              <a:spcBef>
                <a:spcPct val="20000"/>
              </a:spcBef>
              <a:spcAft>
                <a:spcPct val="0"/>
              </a:spcAft>
              <a:buBlip>
                <a:blip r:embed="rId4"/>
              </a:buBlip>
              <a:defRPr sz="1600">
                <a:solidFill>
                  <a:schemeClr val="tx1"/>
                </a:solidFill>
                <a:latin typeface="Arial" charset="0"/>
                <a:ea typeface="MS PGothic" pitchFamily="34" charset="-128"/>
                <a:cs typeface="Arial" charset="0"/>
              </a:defRPr>
            </a:lvl8pPr>
            <a:lvl9pPr marL="3886200" indent="-228600" eaLnBrk="0" fontAlgn="base" hangingPunct="0">
              <a:spcBef>
                <a:spcPct val="20000"/>
              </a:spcBef>
              <a:spcAft>
                <a:spcPct val="0"/>
              </a:spcAft>
              <a:buBlip>
                <a:blip r:embed="rId4"/>
              </a:buBlip>
              <a:defRPr sz="1600">
                <a:solidFill>
                  <a:schemeClr val="tx1"/>
                </a:solidFill>
                <a:latin typeface="Arial" charset="0"/>
                <a:ea typeface="MS PGothic" pitchFamily="34" charset="-128"/>
                <a:cs typeface="Arial" charset="0"/>
              </a:defRPr>
            </a:lvl9pPr>
          </a:lstStyle>
          <a:p>
            <a:pPr eaLnBrk="1" hangingPunct="1">
              <a:lnSpc>
                <a:spcPct val="100000"/>
              </a:lnSpc>
              <a:spcBef>
                <a:spcPct val="0"/>
              </a:spcBef>
              <a:buClrTx/>
              <a:buSzTx/>
              <a:buFontTx/>
              <a:buNone/>
            </a:pPr>
            <a:r>
              <a:rPr lang="en-US" altLang="en-US" sz="1400" dirty="0"/>
              <a:t>where</a:t>
            </a:r>
          </a:p>
        </p:txBody>
      </p:sp>
      <p:graphicFrame>
        <p:nvGraphicFramePr>
          <p:cNvPr id="6" name="Object 3">
            <a:extLst>
              <a:ext uri="{FF2B5EF4-FFF2-40B4-BE49-F238E27FC236}">
                <a16:creationId xmlns:a16="http://schemas.microsoft.com/office/drawing/2014/main" id="{82A8B32E-2D5E-4D13-5ECD-72959DAAAE56}"/>
              </a:ext>
            </a:extLst>
          </p:cNvPr>
          <p:cNvGraphicFramePr>
            <a:graphicFrameLocks noChangeAspect="1"/>
          </p:cNvGraphicFramePr>
          <p:nvPr>
            <p:extLst>
              <p:ext uri="{D42A27DB-BD31-4B8C-83A1-F6EECF244321}">
                <p14:modId xmlns:p14="http://schemas.microsoft.com/office/powerpoint/2010/main" val="3250833724"/>
              </p:ext>
            </p:extLst>
          </p:nvPr>
        </p:nvGraphicFramePr>
        <p:xfrm>
          <a:off x="5181600" y="4078200"/>
          <a:ext cx="2362200" cy="617172"/>
        </p:xfrm>
        <a:graphic>
          <a:graphicData uri="http://schemas.openxmlformats.org/presentationml/2006/ole">
            <mc:AlternateContent xmlns:mc="http://schemas.openxmlformats.org/markup-compatibility/2006">
              <mc:Choice xmlns:v="urn:schemas-microsoft-com:vml" Requires="v">
                <p:oleObj name="Equation" r:id="rId5" imgW="1713756" imgH="495085" progId="Equation.3">
                  <p:embed/>
                </p:oleObj>
              </mc:Choice>
              <mc:Fallback>
                <p:oleObj name="Equation" r:id="rId5" imgW="1713756" imgH="495085" progId="Equation.3">
                  <p:embed/>
                  <p:pic>
                    <p:nvPicPr>
                      <p:cNvPr id="6" name="Object 3">
                        <a:extLst>
                          <a:ext uri="{FF2B5EF4-FFF2-40B4-BE49-F238E27FC236}">
                            <a16:creationId xmlns:a16="http://schemas.microsoft.com/office/drawing/2014/main" id="{82A8B32E-2D5E-4D13-5ECD-72959DAAAE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4078200"/>
                        <a:ext cx="2362200" cy="61717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96238383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kumimoji="0" lang="en-US" altLang="en-US" sz="2800" b="1" i="0" u="none" strike="noStrike" kern="1200" cap="none" spc="0" normalizeH="0" baseline="0" noProof="0" dirty="0">
                <a:ln>
                  <a:noFill/>
                </a:ln>
                <a:solidFill>
                  <a:srgbClr val="000000"/>
                </a:solidFill>
                <a:effectLst/>
                <a:uLnTx/>
                <a:uFillTx/>
                <a:latin typeface="Arial" charset="0"/>
                <a:ea typeface="+mj-ea"/>
                <a:cs typeface="Arial" charset="0"/>
              </a:rPr>
              <a:t>R code and output</a:t>
            </a:r>
            <a:endParaRPr lang="en-US" i="0" dirty="0">
              <a:solidFill>
                <a:srgbClr val="000000"/>
              </a:solidFill>
              <a:effectLst/>
              <a:latin typeface="Arial" panose="020B0604020202020204" pitchFamily="34" charset="0"/>
            </a:endParaRPr>
          </a:p>
        </p:txBody>
      </p:sp>
      <p:sp>
        <p:nvSpPr>
          <p:cNvPr id="5" name="Content Placeholder 4"/>
          <p:cNvSpPr>
            <a:spLocks noGrp="1"/>
          </p:cNvSpPr>
          <p:nvPr>
            <p:ph idx="1"/>
          </p:nvPr>
        </p:nvSpPr>
        <p:spPr>
          <a:xfrm>
            <a:off x="365920" y="827314"/>
            <a:ext cx="8394671" cy="3773715"/>
          </a:xfrm>
        </p:spPr>
        <p:txBody>
          <a:bodyPr/>
          <a:lstStyle/>
          <a:p>
            <a:pPr marL="342900" indent="-342900" defTabSz="914400" fontAlgn="base">
              <a:lnSpc>
                <a:spcPct val="100000"/>
              </a:lnSpc>
              <a:spcBef>
                <a:spcPct val="20000"/>
              </a:spcBef>
              <a:spcAft>
                <a:spcPct val="0"/>
              </a:spcAft>
              <a:buSzTx/>
              <a:buNone/>
              <a:defRPr/>
            </a:pPr>
            <a:r>
              <a:rPr lang="en-US" sz="1400" b="1" dirty="0"/>
              <a:t>#Read data</a:t>
            </a:r>
          </a:p>
          <a:p>
            <a:pPr marL="342900" indent="-227013" defTabSz="914400" fontAlgn="base">
              <a:lnSpc>
                <a:spcPct val="100000"/>
              </a:lnSpc>
              <a:spcBef>
                <a:spcPct val="20000"/>
              </a:spcBef>
              <a:spcAft>
                <a:spcPct val="0"/>
              </a:spcAft>
              <a:buSzTx/>
              <a:buNone/>
              <a:defRPr/>
            </a:pPr>
            <a:r>
              <a:rPr lang="en-US" sz="1200" dirty="0" err="1"/>
              <a:t>twosample</a:t>
            </a:r>
            <a:r>
              <a:rPr lang="en-US" sz="1200" dirty="0"/>
              <a:t> &lt;- </a:t>
            </a:r>
            <a:r>
              <a:rPr lang="en-US" sz="1200" dirty="0" err="1"/>
              <a:t>adsl</a:t>
            </a:r>
            <a:r>
              <a:rPr lang="en-US" sz="1200" dirty="0"/>
              <a:t> %&gt;%</a:t>
            </a:r>
          </a:p>
          <a:p>
            <a:pPr marL="342900" indent="-227013" defTabSz="914400" fontAlgn="base">
              <a:lnSpc>
                <a:spcPct val="100000"/>
              </a:lnSpc>
              <a:spcBef>
                <a:spcPct val="20000"/>
              </a:spcBef>
              <a:spcAft>
                <a:spcPct val="0"/>
              </a:spcAft>
              <a:buSzTx/>
              <a:buNone/>
              <a:defRPr/>
            </a:pPr>
            <a:r>
              <a:rPr lang="en-US" sz="1200" dirty="0"/>
              <a:t>   filter(TRT01P %in% c("</a:t>
            </a:r>
            <a:r>
              <a:rPr lang="en-US" sz="1200" dirty="0" err="1"/>
              <a:t>Xanomeline</a:t>
            </a:r>
            <a:r>
              <a:rPr lang="en-US" sz="1200" dirty="0"/>
              <a:t> High Dose", "</a:t>
            </a:r>
            <a:r>
              <a:rPr lang="en-US" sz="1200" dirty="0" err="1"/>
              <a:t>Xanomeline</a:t>
            </a:r>
            <a:r>
              <a:rPr lang="en-US" sz="1200" dirty="0"/>
              <a:t> Low Dose")) %&gt;%</a:t>
            </a:r>
          </a:p>
          <a:p>
            <a:pPr marL="342900" indent="-227013" defTabSz="914400" fontAlgn="base">
              <a:lnSpc>
                <a:spcPct val="100000"/>
              </a:lnSpc>
              <a:spcBef>
                <a:spcPct val="20000"/>
              </a:spcBef>
              <a:spcAft>
                <a:spcPct val="0"/>
              </a:spcAft>
              <a:buSzTx/>
              <a:buNone/>
              <a:defRPr/>
            </a:pPr>
            <a:r>
              <a:rPr lang="en-US" sz="1200" dirty="0"/>
              <a:t>   select(USUBJID, AGE, TRT01P)</a:t>
            </a:r>
          </a:p>
          <a:p>
            <a:pPr marL="342900" indent="-227013" defTabSz="914400" fontAlgn="base">
              <a:lnSpc>
                <a:spcPct val="100000"/>
              </a:lnSpc>
              <a:spcBef>
                <a:spcPct val="20000"/>
              </a:spcBef>
              <a:spcAft>
                <a:spcPct val="0"/>
              </a:spcAft>
              <a:buSzTx/>
              <a:buNone/>
              <a:defRPr/>
            </a:pPr>
            <a:endParaRPr lang="en-US" sz="1200" dirty="0"/>
          </a:p>
          <a:p>
            <a:pPr marL="342900" indent="-342900" defTabSz="914400" fontAlgn="base">
              <a:lnSpc>
                <a:spcPct val="100000"/>
              </a:lnSpc>
              <a:spcBef>
                <a:spcPct val="20000"/>
              </a:spcBef>
              <a:spcAft>
                <a:spcPct val="0"/>
              </a:spcAft>
              <a:buSzTx/>
              <a:buNone/>
              <a:defRPr/>
            </a:pPr>
            <a:r>
              <a:rPr lang="en-US" sz="1600" b="1" dirty="0"/>
              <a:t># </a:t>
            </a:r>
            <a:r>
              <a:rPr lang="en-US" sz="1400" b="1" dirty="0"/>
              <a:t>F test to compare two variances</a:t>
            </a:r>
          </a:p>
          <a:p>
            <a:pPr marL="342900" indent="-227013" defTabSz="914400" fontAlgn="base">
              <a:lnSpc>
                <a:spcPct val="100000"/>
              </a:lnSpc>
              <a:spcBef>
                <a:spcPct val="20000"/>
              </a:spcBef>
              <a:spcAft>
                <a:spcPct val="0"/>
              </a:spcAft>
              <a:buSzTx/>
              <a:buNone/>
              <a:defRPr/>
            </a:pPr>
            <a:r>
              <a:rPr lang="en-US" sz="1200" dirty="0" err="1"/>
              <a:t>var.test</a:t>
            </a:r>
            <a:r>
              <a:rPr lang="en-US" sz="1200" dirty="0"/>
              <a:t>(AGE ~ TRT01P,  data=</a:t>
            </a:r>
            <a:r>
              <a:rPr lang="en-US" sz="1200" dirty="0" err="1"/>
              <a:t>twosample</a:t>
            </a:r>
            <a:r>
              <a:rPr lang="en-US" sz="1200" dirty="0"/>
              <a:t>)</a:t>
            </a:r>
          </a:p>
          <a:p>
            <a:pPr marL="342900" indent="-227013" defTabSz="914400" fontAlgn="base">
              <a:lnSpc>
                <a:spcPct val="100000"/>
              </a:lnSpc>
              <a:spcBef>
                <a:spcPct val="20000"/>
              </a:spcBef>
              <a:spcAft>
                <a:spcPct val="0"/>
              </a:spcAft>
              <a:buSzTx/>
              <a:buNone/>
              <a:defRPr/>
            </a:pPr>
            <a:endParaRPr lang="en-US" sz="1200" dirty="0"/>
          </a:p>
          <a:p>
            <a:pPr marL="342900" indent="-227013" defTabSz="914400" fontAlgn="base">
              <a:lnSpc>
                <a:spcPct val="100000"/>
              </a:lnSpc>
              <a:spcBef>
                <a:spcPct val="20000"/>
              </a:spcBef>
              <a:spcAft>
                <a:spcPct val="0"/>
              </a:spcAft>
              <a:buSzTx/>
              <a:buNone/>
              <a:defRPr/>
            </a:pPr>
            <a:endParaRPr lang="en-US" sz="1200" dirty="0"/>
          </a:p>
          <a:p>
            <a:pPr marL="342900" indent="-342900" defTabSz="914400" fontAlgn="base">
              <a:lnSpc>
                <a:spcPct val="100000"/>
              </a:lnSpc>
              <a:spcBef>
                <a:spcPct val="20000"/>
              </a:spcBef>
              <a:spcAft>
                <a:spcPct val="0"/>
              </a:spcAft>
              <a:buSzTx/>
              <a:buNone/>
              <a:defRPr/>
            </a:pPr>
            <a:r>
              <a:rPr lang="en-US" sz="1400" b="1" dirty="0"/>
              <a:t>#Perform independent t-test</a:t>
            </a:r>
          </a:p>
          <a:p>
            <a:pPr marL="342900" marR="0" lvl="0" indent="-227013" algn="l" defTabSz="914400" rtl="0" eaLnBrk="1" fontAlgn="base" latinLnBrk="0" hangingPunct="1">
              <a:lnSpc>
                <a:spcPct val="100000"/>
              </a:lnSpc>
              <a:spcBef>
                <a:spcPct val="20000"/>
              </a:spcBef>
              <a:spcAft>
                <a:spcPct val="0"/>
              </a:spcAft>
              <a:buClrTx/>
              <a:buSzTx/>
              <a:buFontTx/>
              <a:buNone/>
              <a:tabLst/>
              <a:defRPr/>
            </a:pPr>
            <a:r>
              <a:rPr lang="en-US" sz="1200" dirty="0" err="1"/>
              <a:t>t.test</a:t>
            </a:r>
            <a:r>
              <a:rPr lang="en-US" sz="1200" dirty="0"/>
              <a:t>(AGE ~ TRT01P, data=</a:t>
            </a:r>
            <a:r>
              <a:rPr lang="en-US" sz="1200" dirty="0" err="1"/>
              <a:t>twosample</a:t>
            </a:r>
            <a:r>
              <a:rPr lang="en-US" sz="1200" dirty="0"/>
              <a:t>, </a:t>
            </a:r>
            <a:r>
              <a:rPr lang="en-US" sz="1200" dirty="0" err="1"/>
              <a:t>var.equal</a:t>
            </a:r>
            <a:r>
              <a:rPr lang="en-US" sz="1200" dirty="0"/>
              <a:t> = T)</a:t>
            </a:r>
          </a:p>
          <a:p>
            <a:pPr marL="342900" marR="0" lvl="0" indent="-227013"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a:ea typeface="ＭＳ Ｐゴシック" charset="0"/>
                <a:cs typeface="Arial" charset="0"/>
              </a:rPr>
              <a:t>			</a:t>
            </a:r>
            <a:endParaRPr kumimoji="0" lang="en-US" sz="1600" b="0" i="0" u="none" strike="noStrike" kern="0" cap="none" spc="0" normalizeH="0" baseline="30000" noProof="0" dirty="0">
              <a:ln>
                <a:noFill/>
              </a:ln>
              <a:solidFill>
                <a:srgbClr val="42014F"/>
              </a:solidFill>
              <a:effectLst/>
              <a:uLnTx/>
              <a:uFillTx/>
              <a:latin typeface="Arial"/>
              <a:ea typeface="ＭＳ Ｐゴシック" charset="0"/>
              <a:cs typeface="Arial" charset="0"/>
            </a:endParaRP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2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dirty="0"/>
          </a:p>
        </p:txBody>
      </p:sp>
      <p:pic>
        <p:nvPicPr>
          <p:cNvPr id="4" name="Picture 3">
            <a:extLst>
              <a:ext uri="{FF2B5EF4-FFF2-40B4-BE49-F238E27FC236}">
                <a16:creationId xmlns:a16="http://schemas.microsoft.com/office/drawing/2014/main" id="{406143BC-59C4-233D-6D9A-0C025B8773EB}"/>
              </a:ext>
            </a:extLst>
          </p:cNvPr>
          <p:cNvPicPr>
            <a:picLocks noChangeAspect="1"/>
          </p:cNvPicPr>
          <p:nvPr/>
        </p:nvPicPr>
        <p:blipFill>
          <a:blip r:embed="rId2"/>
          <a:stretch>
            <a:fillRect/>
          </a:stretch>
        </p:blipFill>
        <p:spPr>
          <a:xfrm>
            <a:off x="4720960" y="1840167"/>
            <a:ext cx="3922297" cy="1106233"/>
          </a:xfrm>
          <a:prstGeom prst="rect">
            <a:avLst/>
          </a:prstGeom>
        </p:spPr>
      </p:pic>
      <p:pic>
        <p:nvPicPr>
          <p:cNvPr id="9" name="Picture 8">
            <a:extLst>
              <a:ext uri="{FF2B5EF4-FFF2-40B4-BE49-F238E27FC236}">
                <a16:creationId xmlns:a16="http://schemas.microsoft.com/office/drawing/2014/main" id="{C673C3AB-AA50-7BD7-ECD7-EE044894F8D8}"/>
              </a:ext>
            </a:extLst>
          </p:cNvPr>
          <p:cNvPicPr>
            <a:picLocks noChangeAspect="1"/>
          </p:cNvPicPr>
          <p:nvPr/>
        </p:nvPicPr>
        <p:blipFill>
          <a:blip r:embed="rId3"/>
          <a:stretch>
            <a:fillRect/>
          </a:stretch>
        </p:blipFill>
        <p:spPr>
          <a:xfrm>
            <a:off x="734997" y="3462560"/>
            <a:ext cx="7674005" cy="1036870"/>
          </a:xfrm>
          <a:prstGeom prst="rect">
            <a:avLst/>
          </a:prstGeom>
        </p:spPr>
      </p:pic>
    </p:spTree>
    <p:extLst>
      <p:ext uri="{BB962C8B-B14F-4D97-AF65-F5344CB8AC3E}">
        <p14:creationId xmlns:p14="http://schemas.microsoft.com/office/powerpoint/2010/main" val="398072780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altLang="en-US" sz="2800" b="1" dirty="0">
                <a:latin typeface="Arial" charset="0"/>
                <a:cs typeface="Arial" charset="0"/>
              </a:rPr>
              <a:t>Paired T-test</a:t>
            </a:r>
            <a:endParaRPr lang="en-US" i="0" dirty="0">
              <a:solidFill>
                <a:srgbClr val="000000"/>
              </a:solidFill>
              <a:effectLst/>
              <a:latin typeface="Arial" panose="020B0604020202020204" pitchFamily="34" charset="0"/>
            </a:endParaRPr>
          </a:p>
        </p:txBody>
      </p:sp>
      <p:sp>
        <p:nvSpPr>
          <p:cNvPr id="5" name="Content Placeholder 4"/>
          <p:cNvSpPr>
            <a:spLocks noGrp="1"/>
          </p:cNvSpPr>
          <p:nvPr>
            <p:ph idx="1"/>
          </p:nvPr>
        </p:nvSpPr>
        <p:spPr>
          <a:xfrm>
            <a:off x="365920" y="827314"/>
            <a:ext cx="8394671" cy="3911600"/>
          </a:xfrm>
        </p:spPr>
        <p:txBody>
          <a:bodyPr/>
          <a:lstStyle/>
          <a:p>
            <a:pPr marL="457200" marR="0" lvl="0" indent="-457200" algn="l" defTabSz="914400" rtl="0" eaLnBrk="1" fontAlgn="base" latinLnBrk="0" hangingPunct="1">
              <a:lnSpc>
                <a:spcPct val="100000"/>
              </a:lnSpc>
              <a:spcBef>
                <a:spcPct val="20000"/>
              </a:spcBef>
              <a:spcAft>
                <a:spcPct val="0"/>
              </a:spcAft>
              <a:buClrTx/>
              <a:buSzPct val="25000"/>
              <a:buFontTx/>
              <a:buNone/>
              <a:tabLst/>
              <a:defRPr/>
            </a:pPr>
            <a:r>
              <a:rPr kumimoji="0" lang="en-US" b="1" i="0" u="sng" strike="noStrike" kern="0" cap="none" spc="0" normalizeH="0" baseline="0" noProof="0" dirty="0">
                <a:ln>
                  <a:noFill/>
                </a:ln>
                <a:solidFill>
                  <a:srgbClr val="000000"/>
                </a:solidFill>
                <a:effectLst/>
                <a:uLnTx/>
                <a:uFillTx/>
                <a:latin typeface="Arial"/>
                <a:ea typeface="ＭＳ Ｐゴシック" charset="0"/>
                <a:cs typeface="Arial" charset="0"/>
              </a:rPr>
              <a:t>Paired T- test (two sample)</a:t>
            </a: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The paired samples T Test compares the means of two variables. It computes the difference between the two variables for each case, and tests to see if the average difference is significantly different from zero.</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Hypotheses:</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H0: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There is no significant difference between the means of the two variables. </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H1: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There is a significant difference between the means of the two variables.</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Assumptions:</a:t>
            </a:r>
          </a:p>
          <a:p>
            <a:pPr marL="342900" marR="0" lvl="0" indent="-227013"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data must be continuous.</a:t>
            </a:r>
          </a:p>
          <a:p>
            <a:pPr marL="342900" marR="0" lvl="0" indent="-227013" algn="l" defTabSz="914400" rtl="0" eaLnBrk="1" fontAlgn="base" latinLnBrk="0" hangingPunct="1">
              <a:lnSpc>
                <a:spcPct val="100000"/>
              </a:lnSpc>
              <a:spcBef>
                <a:spcPct val="2000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data, i.e., the differences for the matched pairs, follow a normal probability distribution.</a:t>
            </a:r>
          </a:p>
          <a:p>
            <a:pPr marL="342900" marR="0" lvl="0" indent="-227013" algn="l" defTabSz="914400" rtl="0" eaLnBrk="1" fontAlgn="base" latinLnBrk="0" hangingPunct="1">
              <a:lnSpc>
                <a:spcPct val="100000"/>
              </a:lnSpc>
              <a:spcBef>
                <a:spcPct val="0"/>
              </a:spcBef>
              <a:spcAft>
                <a:spcPct val="0"/>
              </a:spcAft>
              <a:buClrTx/>
              <a:buSzTx/>
              <a:buFont typeface="+mj-lt"/>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The sample of pairs is a simple random sample from its population.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rPr>
              <a:t>Test Statistic: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Where d bar is the mean of the differences and </a:t>
            </a:r>
            <a:r>
              <a:rPr kumimoji="0" lang="en-US" sz="1400" b="0" i="0" u="none" strike="noStrike" kern="1200" cap="none" spc="0" normalizeH="0" baseline="0" noProof="0" dirty="0" err="1">
                <a:ln>
                  <a:noFill/>
                </a:ln>
                <a:solidFill>
                  <a:srgbClr val="000000"/>
                </a:solidFill>
                <a:effectLst/>
                <a:uLnTx/>
                <a:uFillTx/>
                <a:latin typeface="Arial" charset="0"/>
                <a:ea typeface="ＭＳ Ｐゴシック" charset="0"/>
                <a:cs typeface="Arial" charset="0"/>
              </a:rPr>
              <a:t>sd</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Arial" charset="0"/>
              </a:rPr>
              <a:t> is the standard deviations of the differences.</a:t>
            </a:r>
            <a:endPar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4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ＭＳ Ｐゴシック" charset="0"/>
                <a:cs typeface="Arial" charset="0"/>
              </a:rPr>
              <a:t>			</a:t>
            </a:r>
            <a:endParaRPr kumimoji="0" lang="en-US" sz="1400" b="0" i="0" u="none" strike="noStrike" kern="0" cap="none" spc="0" normalizeH="0" baseline="30000" noProof="0" dirty="0">
              <a:ln>
                <a:noFill/>
              </a:ln>
              <a:solidFill>
                <a:srgbClr val="42014F"/>
              </a:solidFill>
              <a:effectLst/>
              <a:uLnTx/>
              <a:uFillTx/>
              <a:latin typeface="Arial"/>
              <a:ea typeface="ＭＳ Ｐゴシック" charset="0"/>
              <a:cs typeface="Arial" charset="0"/>
            </a:endParaRP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4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sz="1400" dirty="0"/>
          </a:p>
        </p:txBody>
      </p:sp>
      <p:graphicFrame>
        <p:nvGraphicFramePr>
          <p:cNvPr id="7" name="Content Placeholder 3">
            <a:extLst>
              <a:ext uri="{FF2B5EF4-FFF2-40B4-BE49-F238E27FC236}">
                <a16:creationId xmlns:a16="http://schemas.microsoft.com/office/drawing/2014/main" id="{737545BF-3A3B-CB3E-798C-66844DEF9833}"/>
              </a:ext>
            </a:extLst>
          </p:cNvPr>
          <p:cNvGraphicFramePr>
            <a:graphicFrameLocks noChangeAspect="1"/>
          </p:cNvGraphicFramePr>
          <p:nvPr>
            <p:extLst>
              <p:ext uri="{D42A27DB-BD31-4B8C-83A1-F6EECF244321}">
                <p14:modId xmlns:p14="http://schemas.microsoft.com/office/powerpoint/2010/main" val="2867955978"/>
              </p:ext>
            </p:extLst>
          </p:nvPr>
        </p:nvGraphicFramePr>
        <p:xfrm>
          <a:off x="2133600" y="3411889"/>
          <a:ext cx="2139950" cy="594054"/>
        </p:xfrm>
        <a:graphic>
          <a:graphicData uri="http://schemas.openxmlformats.org/presentationml/2006/ole">
            <mc:AlternateContent xmlns:mc="http://schemas.openxmlformats.org/markup-compatibility/2006">
              <mc:Choice xmlns:v="urn:schemas-microsoft-com:vml" Requires="v">
                <p:oleObj name="Equation" r:id="rId2" imgW="698500" imgH="469900" progId="Equation.3">
                  <p:embed/>
                </p:oleObj>
              </mc:Choice>
              <mc:Fallback>
                <p:oleObj name="Equation" r:id="rId2" imgW="698500" imgH="469900" progId="Equation.3">
                  <p:embed/>
                  <p:pic>
                    <p:nvPicPr>
                      <p:cNvPr id="7" name="Content Placeholder 3">
                        <a:extLst>
                          <a:ext uri="{FF2B5EF4-FFF2-40B4-BE49-F238E27FC236}">
                            <a16:creationId xmlns:a16="http://schemas.microsoft.com/office/drawing/2014/main" id="{737545BF-3A3B-CB3E-798C-66844DEF9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411889"/>
                        <a:ext cx="2139950" cy="59405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85579350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kumimoji="0" lang="en-US" altLang="en-US" sz="2800" b="1" i="0" u="none" strike="noStrike" kern="1200" cap="none" spc="0" normalizeH="0" baseline="0" noProof="0" dirty="0">
                <a:ln>
                  <a:noFill/>
                </a:ln>
                <a:solidFill>
                  <a:srgbClr val="000000"/>
                </a:solidFill>
                <a:effectLst/>
                <a:uLnTx/>
                <a:uFillTx/>
                <a:latin typeface="Arial" charset="0"/>
                <a:ea typeface="+mj-ea"/>
                <a:cs typeface="Arial" charset="0"/>
              </a:rPr>
              <a:t>R code and output</a:t>
            </a:r>
            <a:endParaRPr lang="en-US" i="0" dirty="0">
              <a:solidFill>
                <a:srgbClr val="000000"/>
              </a:solidFill>
              <a:effectLst/>
              <a:latin typeface="Arial" panose="020B0604020202020204" pitchFamily="34" charset="0"/>
            </a:endParaRPr>
          </a:p>
        </p:txBody>
      </p:sp>
      <p:sp>
        <p:nvSpPr>
          <p:cNvPr id="5" name="Content Placeholder 4"/>
          <p:cNvSpPr>
            <a:spLocks noGrp="1"/>
          </p:cNvSpPr>
          <p:nvPr>
            <p:ph idx="1"/>
          </p:nvPr>
        </p:nvSpPr>
        <p:spPr>
          <a:xfrm>
            <a:off x="365920" y="827314"/>
            <a:ext cx="8394671" cy="3773715"/>
          </a:xfrm>
        </p:spPr>
        <p:txBody>
          <a:bodyPr/>
          <a:lstStyle/>
          <a:p>
            <a:pPr marL="342900" indent="-342900" defTabSz="914400" fontAlgn="base">
              <a:lnSpc>
                <a:spcPct val="100000"/>
              </a:lnSpc>
              <a:spcBef>
                <a:spcPct val="20000"/>
              </a:spcBef>
              <a:spcAft>
                <a:spcPct val="0"/>
              </a:spcAft>
              <a:buSzTx/>
              <a:buNone/>
              <a:defRPr/>
            </a:pPr>
            <a:r>
              <a:rPr lang="en-US" sz="1400" b="1" dirty="0"/>
              <a:t>#Read data</a:t>
            </a:r>
          </a:p>
          <a:p>
            <a:pPr marL="342900" indent="-227013" defTabSz="914400" fontAlgn="base">
              <a:lnSpc>
                <a:spcPct val="100000"/>
              </a:lnSpc>
              <a:spcBef>
                <a:spcPct val="20000"/>
              </a:spcBef>
              <a:spcAft>
                <a:spcPct val="0"/>
              </a:spcAft>
              <a:buSzTx/>
              <a:buNone/>
              <a:defRPr/>
            </a:pPr>
            <a:r>
              <a:rPr lang="en-US" sz="1200" dirty="0"/>
              <a:t>data("</a:t>
            </a:r>
            <a:r>
              <a:rPr lang="en-US" sz="1200" dirty="0" err="1"/>
              <a:t>admiral_vs</a:t>
            </a:r>
            <a:r>
              <a:rPr lang="en-US" sz="1200" dirty="0"/>
              <a:t>")</a:t>
            </a:r>
          </a:p>
          <a:p>
            <a:pPr marL="342900" indent="-227013" defTabSz="914400" fontAlgn="base">
              <a:lnSpc>
                <a:spcPct val="100000"/>
              </a:lnSpc>
              <a:spcBef>
                <a:spcPct val="20000"/>
              </a:spcBef>
              <a:spcAft>
                <a:spcPct val="0"/>
              </a:spcAft>
              <a:buSzTx/>
              <a:buNone/>
              <a:defRPr/>
            </a:pPr>
            <a:r>
              <a:rPr lang="en-US" sz="1200" dirty="0"/>
              <a:t>vs &lt;- </a:t>
            </a:r>
            <a:r>
              <a:rPr lang="en-US" sz="1200" dirty="0" err="1"/>
              <a:t>convert_blanks_to_na</a:t>
            </a:r>
            <a:r>
              <a:rPr lang="en-US" sz="1200" dirty="0"/>
              <a:t>(</a:t>
            </a:r>
            <a:r>
              <a:rPr lang="en-US" sz="1200" dirty="0" err="1"/>
              <a:t>admiral_vs</a:t>
            </a:r>
            <a:r>
              <a:rPr lang="en-US" sz="1200" dirty="0"/>
              <a:t>)</a:t>
            </a:r>
          </a:p>
          <a:p>
            <a:pPr marL="342900" indent="-227013" defTabSz="914400" fontAlgn="base">
              <a:lnSpc>
                <a:spcPct val="100000"/>
              </a:lnSpc>
              <a:spcBef>
                <a:spcPct val="20000"/>
              </a:spcBef>
              <a:spcAft>
                <a:spcPct val="0"/>
              </a:spcAft>
              <a:buSzTx/>
              <a:buNone/>
              <a:defRPr/>
            </a:pPr>
            <a:r>
              <a:rPr lang="en-US" sz="1200" dirty="0" err="1"/>
              <a:t>vswide</a:t>
            </a:r>
            <a:r>
              <a:rPr lang="en-US" sz="1200" dirty="0"/>
              <a:t> &lt;- vs %&gt;%</a:t>
            </a:r>
          </a:p>
          <a:p>
            <a:pPr marL="342900" indent="-227013" defTabSz="914400" fontAlgn="base">
              <a:lnSpc>
                <a:spcPct val="100000"/>
              </a:lnSpc>
              <a:spcBef>
                <a:spcPct val="20000"/>
              </a:spcBef>
              <a:spcAft>
                <a:spcPct val="0"/>
              </a:spcAft>
              <a:buSzTx/>
              <a:buNone/>
              <a:defRPr/>
            </a:pPr>
            <a:r>
              <a:rPr lang="en-US" sz="1200" dirty="0"/>
              <a:t>   filter(VSTESTCD=="WEIGHT", VISIT %in% c("BASELINE", "WEEK 4")) %&gt;%</a:t>
            </a:r>
          </a:p>
          <a:p>
            <a:pPr marL="342900" indent="-227013" defTabSz="914400" fontAlgn="base">
              <a:lnSpc>
                <a:spcPct val="100000"/>
              </a:lnSpc>
              <a:spcBef>
                <a:spcPct val="20000"/>
              </a:spcBef>
              <a:spcAft>
                <a:spcPct val="0"/>
              </a:spcAft>
              <a:buSzTx/>
              <a:buNone/>
              <a:defRPr/>
            </a:pPr>
            <a:r>
              <a:rPr lang="en-US" sz="1200" dirty="0"/>
              <a:t>   select(USUBJID, VSTESTCD, VISIT, VSSTRESN) %&gt;%</a:t>
            </a:r>
          </a:p>
          <a:p>
            <a:pPr marL="342900" indent="-227013" defTabSz="914400" fontAlgn="base">
              <a:lnSpc>
                <a:spcPct val="100000"/>
              </a:lnSpc>
              <a:spcBef>
                <a:spcPct val="20000"/>
              </a:spcBef>
              <a:spcAft>
                <a:spcPct val="0"/>
              </a:spcAft>
              <a:buSzTx/>
              <a:buNone/>
              <a:defRPr/>
            </a:pPr>
            <a:r>
              <a:rPr lang="en-US" sz="1200" dirty="0"/>
              <a:t>   </a:t>
            </a:r>
            <a:r>
              <a:rPr lang="en-US" sz="1200" dirty="0" err="1"/>
              <a:t>pivot_wider</a:t>
            </a:r>
            <a:r>
              <a:rPr lang="en-US" sz="1200" dirty="0"/>
              <a:t>(</a:t>
            </a:r>
            <a:r>
              <a:rPr lang="en-US" sz="1200" dirty="0" err="1"/>
              <a:t>names_from</a:t>
            </a:r>
            <a:r>
              <a:rPr lang="en-US" sz="1200" dirty="0"/>
              <a:t> = VISIT, </a:t>
            </a:r>
            <a:r>
              <a:rPr lang="en-US" sz="1200" dirty="0" err="1"/>
              <a:t>values_from</a:t>
            </a:r>
            <a:r>
              <a:rPr lang="en-US" sz="1200" dirty="0"/>
              <a:t> = VSSTRESN) %&gt;%</a:t>
            </a:r>
          </a:p>
          <a:p>
            <a:pPr marL="342900" indent="-227013" defTabSz="914400" fontAlgn="base">
              <a:lnSpc>
                <a:spcPct val="100000"/>
              </a:lnSpc>
              <a:spcBef>
                <a:spcPct val="20000"/>
              </a:spcBef>
              <a:spcAft>
                <a:spcPct val="0"/>
              </a:spcAft>
              <a:buSzTx/>
              <a:buNone/>
              <a:defRPr/>
            </a:pPr>
            <a:r>
              <a:rPr lang="en-US" sz="1200" dirty="0"/>
              <a:t>   mutate(CHG=`WEEK 4`-BASELINE)</a:t>
            </a:r>
          </a:p>
          <a:p>
            <a:pPr marL="342900" indent="-227013" defTabSz="914400" fontAlgn="base">
              <a:lnSpc>
                <a:spcPct val="100000"/>
              </a:lnSpc>
              <a:spcBef>
                <a:spcPct val="20000"/>
              </a:spcBef>
              <a:spcAft>
                <a:spcPct val="0"/>
              </a:spcAft>
              <a:buSzTx/>
              <a:buNone/>
              <a:defRPr/>
            </a:pPr>
            <a:endParaRPr lang="en-US" sz="1200" dirty="0"/>
          </a:p>
          <a:p>
            <a:pPr marL="342900" indent="-227013" defTabSz="914400" fontAlgn="base">
              <a:lnSpc>
                <a:spcPct val="100000"/>
              </a:lnSpc>
              <a:spcBef>
                <a:spcPct val="20000"/>
              </a:spcBef>
              <a:spcAft>
                <a:spcPct val="0"/>
              </a:spcAft>
              <a:buSzTx/>
              <a:buNone/>
              <a:defRPr/>
            </a:pPr>
            <a:r>
              <a:rPr lang="en-US" sz="1200" dirty="0" err="1"/>
              <a:t>t.test</a:t>
            </a:r>
            <a:r>
              <a:rPr lang="en-US" sz="1200" dirty="0"/>
              <a:t>(</a:t>
            </a:r>
            <a:r>
              <a:rPr lang="en-US" sz="1200" dirty="0" err="1"/>
              <a:t>vswide$BASELINE</a:t>
            </a:r>
            <a:r>
              <a:rPr lang="en-US" sz="1200" dirty="0"/>
              <a:t>, </a:t>
            </a:r>
            <a:r>
              <a:rPr lang="en-US" sz="1200" dirty="0" err="1"/>
              <a:t>vswide</a:t>
            </a:r>
            <a:r>
              <a:rPr lang="en-US" sz="1200" dirty="0"/>
              <a:t>$`WEEK 4`, paired = T</a:t>
            </a:r>
          </a:p>
          <a:p>
            <a:pPr marL="342900" indent="-227013" defTabSz="914400" fontAlgn="base">
              <a:lnSpc>
                <a:spcPct val="100000"/>
              </a:lnSpc>
              <a:spcBef>
                <a:spcPct val="20000"/>
              </a:spcBef>
              <a:spcAft>
                <a:spcPct val="0"/>
              </a:spcAft>
              <a:buSzTx/>
              <a:buNone/>
              <a:defRPr/>
            </a:pPr>
            <a:r>
              <a:rPr lang="en-US" sz="1200" dirty="0" err="1"/>
              <a:t>t.test</a:t>
            </a:r>
            <a:r>
              <a:rPr lang="en-US" sz="1200" dirty="0"/>
              <a:t>(</a:t>
            </a:r>
            <a:r>
              <a:rPr lang="en-US" sz="1200" dirty="0" err="1"/>
              <a:t>vswide$CHG</a:t>
            </a:r>
            <a:r>
              <a:rPr lang="en-US" sz="1200" dirty="0"/>
              <a:t>)</a:t>
            </a:r>
          </a:p>
          <a:p>
            <a:pPr marL="342900" indent="-227013" defTabSz="914400" fontAlgn="base">
              <a:lnSpc>
                <a:spcPct val="100000"/>
              </a:lnSpc>
              <a:spcBef>
                <a:spcPct val="20000"/>
              </a:spcBef>
              <a:spcAft>
                <a:spcPct val="0"/>
              </a:spcAft>
              <a:buSzTx/>
              <a:buNone/>
              <a:defRPr/>
            </a:pPr>
            <a:endParaRPr lang="en-US" sz="1200" dirty="0"/>
          </a:p>
          <a:p>
            <a:pPr marL="342900" marR="0" lvl="0" indent="-227013"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1600" b="1" i="0" u="none" strike="noStrike" kern="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a:ea typeface="ＭＳ Ｐゴシック" charset="0"/>
                <a:cs typeface="Arial" charset="0"/>
              </a:rPr>
              <a:t>			</a:t>
            </a:r>
            <a:endParaRPr kumimoji="0" lang="en-US" sz="1600" b="0" i="0" u="none" strike="noStrike" kern="0" cap="none" spc="0" normalizeH="0" baseline="30000" noProof="0" dirty="0">
              <a:ln>
                <a:noFill/>
              </a:ln>
              <a:solidFill>
                <a:srgbClr val="42014F"/>
              </a:solidFill>
              <a:effectLst/>
              <a:uLnTx/>
              <a:uFillTx/>
              <a:latin typeface="Arial"/>
              <a:ea typeface="ＭＳ Ｐゴシック" charset="0"/>
              <a:cs typeface="Arial" charset="0"/>
            </a:endParaRPr>
          </a:p>
          <a:p>
            <a:pPr marL="0" marR="0" lvl="0" indent="0" algn="l" defTabSz="457200" rtl="0" eaLnBrk="1" fontAlgn="auto" latinLnBrk="0" hangingPunct="1">
              <a:lnSpc>
                <a:spcPct val="110000"/>
              </a:lnSpc>
              <a:spcBef>
                <a:spcPts val="400"/>
              </a:spcBef>
              <a:spcAft>
                <a:spcPts val="0"/>
              </a:spcAft>
              <a:buClrTx/>
              <a:buSzPct val="75000"/>
              <a:buFont typeface="Arial"/>
              <a:buNone/>
              <a:tabLst/>
              <a:defRPr/>
            </a:pPr>
            <a:endParaRPr kumimoji="0" lang="en-US" sz="1200" b="1" i="0" u="none" strike="noStrike" kern="1200" cap="none" spc="0" normalizeH="0" baseline="0" noProof="0" dirty="0">
              <a:ln>
                <a:noFill/>
              </a:ln>
              <a:solidFill>
                <a:srgbClr val="000000"/>
              </a:solidFill>
              <a:effectLst/>
              <a:uLnTx/>
              <a:uFillTx/>
              <a:latin typeface="Arial"/>
              <a:ea typeface="+mn-ea"/>
              <a:cs typeface="+mn-cs"/>
            </a:endParaRPr>
          </a:p>
          <a:p>
            <a:pPr marL="0" marR="0" lvl="0" indent="0">
              <a:lnSpc>
                <a:spcPct val="107000"/>
              </a:lnSpc>
              <a:spcBef>
                <a:spcPts val="0"/>
              </a:spcBef>
              <a:spcAft>
                <a:spcPts val="800"/>
              </a:spcAft>
              <a:buNone/>
            </a:pPr>
            <a:endParaRPr lang="en-US" dirty="0"/>
          </a:p>
        </p:txBody>
      </p:sp>
      <p:pic>
        <p:nvPicPr>
          <p:cNvPr id="6" name="Picture 5">
            <a:extLst>
              <a:ext uri="{FF2B5EF4-FFF2-40B4-BE49-F238E27FC236}">
                <a16:creationId xmlns:a16="http://schemas.microsoft.com/office/drawing/2014/main" id="{12923B71-EB62-B50A-163E-24797814E885}"/>
              </a:ext>
            </a:extLst>
          </p:cNvPr>
          <p:cNvPicPr>
            <a:picLocks noChangeAspect="1"/>
          </p:cNvPicPr>
          <p:nvPr/>
        </p:nvPicPr>
        <p:blipFill>
          <a:blip r:embed="rId2"/>
          <a:stretch>
            <a:fillRect/>
          </a:stretch>
        </p:blipFill>
        <p:spPr>
          <a:xfrm>
            <a:off x="2213429" y="3219746"/>
            <a:ext cx="4209664" cy="1432684"/>
          </a:xfrm>
          <a:prstGeom prst="rect">
            <a:avLst/>
          </a:prstGeom>
        </p:spPr>
      </p:pic>
    </p:spTree>
    <p:extLst>
      <p:ext uri="{BB962C8B-B14F-4D97-AF65-F5344CB8AC3E}">
        <p14:creationId xmlns:p14="http://schemas.microsoft.com/office/powerpoint/2010/main" val="12676460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C9D164-8E00-0E25-6A20-0AE509AD7351}"/>
              </a:ext>
            </a:extLst>
          </p:cNvPr>
          <p:cNvPicPr>
            <a:picLocks noChangeAspect="1"/>
          </p:cNvPicPr>
          <p:nvPr/>
        </p:nvPicPr>
        <p:blipFill>
          <a:blip r:embed="rId2"/>
          <a:stretch>
            <a:fillRect/>
          </a:stretch>
        </p:blipFill>
        <p:spPr>
          <a:xfrm>
            <a:off x="616857" y="812800"/>
            <a:ext cx="7903029" cy="3657600"/>
          </a:xfrm>
          <a:prstGeom prst="rect">
            <a:avLst/>
          </a:prstGeom>
          <a:noFill/>
        </p:spPr>
      </p:pic>
    </p:spTree>
    <p:extLst>
      <p:ext uri="{BB962C8B-B14F-4D97-AF65-F5344CB8AC3E}">
        <p14:creationId xmlns:p14="http://schemas.microsoft.com/office/powerpoint/2010/main" val="293212402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2352561"/>
      </p:ext>
    </p:extLst>
  </p:cSld>
  <p:clrMapOvr>
    <a:masterClrMapping/>
  </p:clrMapOvr>
  <p:transition>
    <p:fade/>
  </p:transition>
</p:sld>
</file>

<file path=ppt/theme/theme1.xml><?xml version="1.0" encoding="utf-8"?>
<a:theme xmlns:a="http://schemas.openxmlformats.org/drawingml/2006/main" name="Syneos_PPT-16x9_01">
  <a:themeElements>
    <a:clrScheme name="Syneos Health">
      <a:dk1>
        <a:srgbClr val="000000"/>
      </a:dk1>
      <a:lt1>
        <a:srgbClr val="EB3300"/>
      </a:lt1>
      <a:dk2>
        <a:srgbClr val="FFFFFF"/>
      </a:dk2>
      <a:lt2>
        <a:srgbClr val="BBBCBC"/>
      </a:lt2>
      <a:accent1>
        <a:srgbClr val="EB3300"/>
      </a:accent1>
      <a:accent2>
        <a:srgbClr val="63666A"/>
      </a:accent2>
      <a:accent3>
        <a:srgbClr val="FF9E1B"/>
      </a:accent3>
      <a:accent4>
        <a:srgbClr val="FF671F"/>
      </a:accent4>
      <a:accent5>
        <a:srgbClr val="002E5D"/>
      </a:accent5>
      <a:accent6>
        <a:srgbClr val="0076A5"/>
      </a:accent6>
      <a:hlink>
        <a:srgbClr val="0076A5"/>
      </a:hlink>
      <a:folHlink>
        <a:srgbClr val="A6192E"/>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tIns="0" rIns="0" bIns="0" rtlCol="0" anchor="ctr">
        <a:normAutofit/>
      </a:bodyPr>
      <a:lstStyle>
        <a:defPPr algn="ctr">
          <a:defRPr dirty="0" err="1" smtClean="0">
            <a:solidFill>
              <a:schemeClr val="tx2"/>
            </a:solidFill>
          </a:defRPr>
        </a:defPPr>
      </a:lstStyle>
      <a:style>
        <a:lnRef idx="1">
          <a:schemeClr val="accent1"/>
        </a:lnRef>
        <a:fillRef idx="3">
          <a:schemeClr val="accent1"/>
        </a:fillRef>
        <a:effectRef idx="2">
          <a:schemeClr val="accent1"/>
        </a:effectRef>
        <a:fontRef idx="minor">
          <a:schemeClr val="lt1"/>
        </a:fontRef>
      </a:style>
    </a:spDef>
    <a:lnDef>
      <a:spPr>
        <a:ln>
          <a:solidFill>
            <a:schemeClr val="accent3"/>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EAA26D7FDCD7439C17EE04939E697F" ma:contentTypeVersion="7" ma:contentTypeDescription="Create a new document." ma:contentTypeScope="" ma:versionID="24336437c07271dea51bbcecf6f3a5c7">
  <xsd:schema xmlns:xsd="http://www.w3.org/2001/XMLSchema" xmlns:xs="http://www.w3.org/2001/XMLSchema" xmlns:p="http://schemas.microsoft.com/office/2006/metadata/properties" xmlns:ns2="9e995d5e-07d0-4c8c-b04c-003a776319f3" targetNamespace="http://schemas.microsoft.com/office/2006/metadata/properties" ma:root="true" ma:fieldsID="87e1535126c528d75125114feca816c6" ns2:_="">
    <xsd:import namespace="9e995d5e-07d0-4c8c-b04c-003a776319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995d5e-07d0-4c8c-b04c-003a776319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A004262-776E-4D88-B9F9-00AE8F404CA7}">
  <ds:schemaRefs>
    <ds:schemaRef ds:uri="http://purl.org/dc/dcmitype/"/>
    <ds:schemaRef ds:uri="http://schemas.microsoft.com/office/infopath/2007/PartnerControls"/>
    <ds:schemaRef ds:uri="http://purl.org/dc/elements/1.1/"/>
    <ds:schemaRef ds:uri="http://schemas.microsoft.com/office/2006/documentManagement/types"/>
    <ds:schemaRef ds:uri="http://schemas.microsoft.com/sharepoint/v3"/>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62EB8FB6-33BB-4B29-9238-C3EA9C7E822B}">
  <ds:schemaRefs>
    <ds:schemaRef ds:uri="http://schemas.microsoft.com/sharepoint/v3/contenttype/forms"/>
  </ds:schemaRefs>
</ds:datastoreItem>
</file>

<file path=customXml/itemProps3.xml><?xml version="1.0" encoding="utf-8"?>
<ds:datastoreItem xmlns:ds="http://schemas.openxmlformats.org/officeDocument/2006/customXml" ds:itemID="{B6FB253B-BBBF-499E-B9FA-A6A08477DB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995d5e-07d0-4c8c-b04c-003a776319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2017</TotalTime>
  <Words>1068</Words>
  <Application>Microsoft Office PowerPoint</Application>
  <PresentationFormat>On-screen Show (16:9)</PresentationFormat>
  <Paragraphs>134</Paragraphs>
  <Slides>13</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18" baseType="lpstr">
      <vt:lpstr>Arial</vt:lpstr>
      <vt:lpstr>Calibri</vt:lpstr>
      <vt:lpstr>Wingdings</vt:lpstr>
      <vt:lpstr>Syneos_PPT-16x9_01</vt:lpstr>
      <vt:lpstr>Equation</vt:lpstr>
      <vt:lpstr>Basic Statistics using R</vt:lpstr>
      <vt:lpstr>Agenda</vt:lpstr>
      <vt:lpstr>Descriptive Statistics</vt:lpstr>
      <vt:lpstr>Descriptive Statistics</vt:lpstr>
      <vt:lpstr>T- test syntax</vt:lpstr>
      <vt:lpstr>One Sample T- test</vt:lpstr>
      <vt:lpstr>R code and output</vt:lpstr>
      <vt:lpstr>Independent T-test</vt:lpstr>
      <vt:lpstr>R code and output</vt:lpstr>
      <vt:lpstr>Paired T-test</vt:lpstr>
      <vt:lpstr>R code and output</vt:lpstr>
      <vt:lpstr>PowerPoint Presentation</vt:lpstr>
      <vt:lpstr>PowerPoint Presentation</vt:lpstr>
    </vt:vector>
  </TitlesOfParts>
  <Company>INC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 Edwards</dc:creator>
  <cp:lastModifiedBy>Rodda, Lavanya</cp:lastModifiedBy>
  <cp:revision>229</cp:revision>
  <dcterms:created xsi:type="dcterms:W3CDTF">2017-11-29T15:53:38Z</dcterms:created>
  <dcterms:modified xsi:type="dcterms:W3CDTF">2026-02-20T06:05:42Z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0x0101000BEAA26D7FDCD7439C17EE04939E697F</vt:lpwstr>
  </property>
  <property fmtid="{D5CDD505-2E9C-101B-9397-08002B2CF9AE}" pid="4" name="Order">
    <vt:r8>1900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