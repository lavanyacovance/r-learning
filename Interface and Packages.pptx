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15_F0590078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700" r:id="rId5"/>
  </p:sldMasterIdLst>
  <p:notesMasterIdLst>
    <p:notesMasterId r:id="rId28"/>
  </p:notesMasterIdLst>
  <p:sldIdLst>
    <p:sldId id="256" r:id="rId6"/>
    <p:sldId id="271" r:id="rId7"/>
    <p:sldId id="268" r:id="rId8"/>
    <p:sldId id="269" r:id="rId9"/>
    <p:sldId id="279" r:id="rId10"/>
    <p:sldId id="275" r:id="rId11"/>
    <p:sldId id="277" r:id="rId12"/>
    <p:sldId id="278" r:id="rId13"/>
    <p:sldId id="257" r:id="rId14"/>
    <p:sldId id="259" r:id="rId15"/>
    <p:sldId id="267" r:id="rId16"/>
    <p:sldId id="260" r:id="rId17"/>
    <p:sldId id="261" r:id="rId18"/>
    <p:sldId id="262" r:id="rId19"/>
    <p:sldId id="273" r:id="rId20"/>
    <p:sldId id="274" r:id="rId21"/>
    <p:sldId id="265" r:id="rId22"/>
    <p:sldId id="266" r:id="rId23"/>
    <p:sldId id="264" r:id="rId24"/>
    <p:sldId id="263" r:id="rId25"/>
    <p:sldId id="276" r:id="rId26"/>
    <p:sldId id="272" r:id="rId27"/>
  </p:sldIdLst>
  <p:sldSz cx="12192000" cy="6858000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EEEE986-BB26-63CD-33D3-6A9BCA8C8B55}" name="Walker, Martyn" initials="WM" userId="S::martyn.walker@syneoshealth.com::8ef8b50e-3882-4209-987a-651502403af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F4B09F-3E66-52B6-78B3-35B957734B63}" v="4" dt="2025-05-21T09:24:50.4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8/10/relationships/authors" Target="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comments/modernComment_115_F059007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732048F-92F5-492C-97C5-A1BA47512004}" authorId="{2EEEE986-BB26-63CD-33D3-6A9BCA8C8B55}" status="resolved" created="2025-05-21T09:24:13.49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32364664" sldId="277"/>
      <ac:spMk id="5" creationId="{1345FA2E-04EA-36B9-E390-BE7D31A0EE24}"/>
      <ac:txMk cp="75" len="20">
        <ac:context len="97" hash="3935742019"/>
      </ac:txMk>
    </ac:txMkLst>
    <p188:pos x="6114142" y="1052285"/>
    <p188:txBody>
      <a:bodyPr/>
      <a:lstStyle/>
      <a:p>
        <a:r>
          <a:rPr lang="en-US"/>
          <a:t>[@Crawford, Leah] needs updating still going to posit connect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05238-1FF7-4275-8F2D-360A71C058B5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3D394-4175-4938-8E51-4E5D0A11BB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7757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3D394-4175-4938-8E51-4E5D0A11BB9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562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Grayscal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53" y="554287"/>
            <a:ext cx="1684724" cy="82443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3429001"/>
            <a:ext cx="5334000" cy="1126268"/>
          </a:xfrm>
        </p:spPr>
        <p:txBody>
          <a:bodyPr tIns="0" bIns="0" anchor="b">
            <a:noAutofit/>
          </a:bodyPr>
          <a:lstStyle>
            <a:lvl1pPr algn="l"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753892"/>
            <a:ext cx="5334000" cy="307635"/>
          </a:xfrm>
        </p:spPr>
        <p:txBody>
          <a:bodyPr tIns="0" bIns="0">
            <a:noAutofit/>
          </a:bodyPr>
          <a:lstStyle>
            <a:lvl1pPr marL="0" indent="0" algn="l">
              <a:buNone/>
              <a:defRPr sz="1867">
                <a:solidFill>
                  <a:schemeClr val="tx2"/>
                </a:solidFill>
                <a:latin typeface="+mj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A22BEC9-21FC-D546-A4C8-48104A9DA1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7008" y="6036186"/>
            <a:ext cx="3134784" cy="186815"/>
          </a:xfrm>
        </p:spPr>
        <p:txBody>
          <a:bodyPr tIns="0" bIns="0">
            <a:noAutofit/>
          </a:bodyPr>
          <a:lstStyle>
            <a:lvl1pPr>
              <a:defRPr sz="1067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0E0FADC-34E3-4D4A-9BFE-0F4876E9507F}"/>
              </a:ext>
            </a:extLst>
          </p:cNvPr>
          <p:cNvCxnSpPr/>
          <p:nvPr/>
        </p:nvCxnSpPr>
        <p:spPr>
          <a:xfrm flipH="1">
            <a:off x="609600" y="5270339"/>
            <a:ext cx="1227667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06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Graysca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3429001"/>
            <a:ext cx="5334000" cy="1126268"/>
          </a:xfrm>
        </p:spPr>
        <p:txBody>
          <a:bodyPr tIns="0" bIns="0" anchor="b">
            <a:noAutofit/>
          </a:bodyPr>
          <a:lstStyle>
            <a:lvl1pPr algn="l"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753892"/>
            <a:ext cx="5334000" cy="307635"/>
          </a:xfrm>
        </p:spPr>
        <p:txBody>
          <a:bodyPr tIns="0" bIns="0">
            <a:noAutofit/>
          </a:bodyPr>
          <a:lstStyle>
            <a:lvl1pPr marL="0" indent="0" algn="l">
              <a:buNone/>
              <a:defRPr sz="1867">
                <a:solidFill>
                  <a:schemeClr val="tx2"/>
                </a:solidFill>
                <a:latin typeface="+mj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A22BEC9-21FC-D546-A4C8-48104A9DA1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7008" y="6036186"/>
            <a:ext cx="3134784" cy="186815"/>
          </a:xfrm>
        </p:spPr>
        <p:txBody>
          <a:bodyPr tIns="0" bIns="0">
            <a:noAutofit/>
          </a:bodyPr>
          <a:lstStyle>
            <a:lvl1pPr>
              <a:defRPr sz="1067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0E0FADC-34E3-4D4A-9BFE-0F4876E9507F}"/>
              </a:ext>
            </a:extLst>
          </p:cNvPr>
          <p:cNvCxnSpPr/>
          <p:nvPr/>
        </p:nvCxnSpPr>
        <p:spPr>
          <a:xfrm flipH="1">
            <a:off x="609600" y="5270339"/>
            <a:ext cx="1227667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53" y="554287"/>
            <a:ext cx="1684724" cy="82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542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Red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BE0A54E-ED64-9D4B-846D-204AB067272F}"/>
              </a:ext>
            </a:extLst>
          </p:cNvPr>
          <p:cNvSpPr/>
          <p:nvPr/>
        </p:nvSpPr>
        <p:spPr>
          <a:xfrm>
            <a:off x="0" y="397233"/>
            <a:ext cx="2489200" cy="11183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3429001"/>
            <a:ext cx="5334000" cy="1126268"/>
          </a:xfrm>
        </p:spPr>
        <p:txBody>
          <a:bodyPr tIns="0" bIns="0" anchor="b">
            <a:noAutofit/>
          </a:bodyPr>
          <a:lstStyle>
            <a:lvl1pPr algn="l"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753892"/>
            <a:ext cx="5334000" cy="307635"/>
          </a:xfrm>
        </p:spPr>
        <p:txBody>
          <a:bodyPr tIns="0" bIns="0">
            <a:noAutofit/>
          </a:bodyPr>
          <a:lstStyle>
            <a:lvl1pPr marL="0" indent="0" algn="l">
              <a:buNone/>
              <a:defRPr sz="1867">
                <a:solidFill>
                  <a:schemeClr val="tx2"/>
                </a:solidFill>
                <a:latin typeface="+mj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A22BEC9-21FC-D546-A4C8-48104A9DA1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7008" y="6036186"/>
            <a:ext cx="3134784" cy="186815"/>
          </a:xfrm>
        </p:spPr>
        <p:txBody>
          <a:bodyPr tIns="0" bIns="0">
            <a:noAutofit/>
          </a:bodyPr>
          <a:lstStyle>
            <a:lvl1pPr>
              <a:defRPr sz="1067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0E0FADC-34E3-4D4A-9BFE-0F4876E9507F}"/>
              </a:ext>
            </a:extLst>
          </p:cNvPr>
          <p:cNvCxnSpPr/>
          <p:nvPr/>
        </p:nvCxnSpPr>
        <p:spPr>
          <a:xfrm flipH="1">
            <a:off x="609600" y="5270339"/>
            <a:ext cx="1227667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53" y="554287"/>
            <a:ext cx="1684724" cy="82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513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Red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3299C4-7939-40C9-B231-8E1EF992E9A1}"/>
              </a:ext>
            </a:extLst>
          </p:cNvPr>
          <p:cNvSpPr/>
          <p:nvPr/>
        </p:nvSpPr>
        <p:spPr>
          <a:xfrm>
            <a:off x="0" y="397233"/>
            <a:ext cx="2489200" cy="11183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1900E4-9C38-499A-BCAD-8EE7F778F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53" y="554287"/>
            <a:ext cx="1684724" cy="824439"/>
          </a:xfrm>
          <a:prstGeom prst="rect">
            <a:avLst/>
          </a:prstGeom>
        </p:spPr>
      </p:pic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D8705F31-40FB-4790-969A-788E9BE7CD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7008" y="6036186"/>
            <a:ext cx="3134784" cy="186815"/>
          </a:xfrm>
        </p:spPr>
        <p:txBody>
          <a:bodyPr tIns="0" bIns="0">
            <a:noAutofit/>
          </a:bodyPr>
          <a:lstStyle>
            <a:lvl1pPr>
              <a:defRPr sz="1067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DE8FB7F-5893-4530-AF27-05E13366ED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3429001"/>
            <a:ext cx="5334000" cy="1126268"/>
          </a:xfrm>
        </p:spPr>
        <p:txBody>
          <a:bodyPr tIns="0" bIns="0" anchor="b">
            <a:noAutofit/>
          </a:bodyPr>
          <a:lstStyle>
            <a:lvl1pPr algn="l"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474E5443-C86E-4FDD-9F79-92BEC13EA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4753892"/>
            <a:ext cx="5334000" cy="307635"/>
          </a:xfrm>
        </p:spPr>
        <p:txBody>
          <a:bodyPr tIns="0" bIns="0">
            <a:noAutofit/>
          </a:bodyPr>
          <a:lstStyle>
            <a:lvl1pPr marL="0" indent="0" algn="l">
              <a:buNone/>
              <a:defRPr sz="1867">
                <a:solidFill>
                  <a:schemeClr val="tx2"/>
                </a:solidFill>
                <a:latin typeface="+mj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0290A88-F5E5-492E-A0B1-6CD03E2271CE}"/>
              </a:ext>
            </a:extLst>
          </p:cNvPr>
          <p:cNvCxnSpPr/>
          <p:nvPr/>
        </p:nvCxnSpPr>
        <p:spPr>
          <a:xfrm flipH="1">
            <a:off x="609600" y="5270339"/>
            <a:ext cx="1227667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374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Gra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A22BEC9-21FC-D546-A4C8-48104A9DA1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7008" y="6036186"/>
            <a:ext cx="3134784" cy="186815"/>
          </a:xfrm>
        </p:spPr>
        <p:txBody>
          <a:bodyPr tIns="0" bIns="0">
            <a:noAutofit/>
          </a:bodyPr>
          <a:lstStyle>
            <a:lvl1pPr>
              <a:defRPr sz="1067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339BB70-67B6-5C43-8261-C049F0BB7A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3429001"/>
            <a:ext cx="5334000" cy="1126268"/>
          </a:xfrm>
        </p:spPr>
        <p:txBody>
          <a:bodyPr tIns="0" bIns="0" anchor="b">
            <a:noAutofit/>
          </a:bodyPr>
          <a:lstStyle>
            <a:lvl1pPr algn="l"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28A11C5-77B4-A94B-A99D-89B2CD14D2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4753892"/>
            <a:ext cx="5334000" cy="307635"/>
          </a:xfrm>
        </p:spPr>
        <p:txBody>
          <a:bodyPr tIns="0" bIns="0">
            <a:noAutofit/>
          </a:bodyPr>
          <a:lstStyle>
            <a:lvl1pPr marL="0" indent="0" algn="l">
              <a:buNone/>
              <a:defRPr sz="1867">
                <a:solidFill>
                  <a:schemeClr val="tx2"/>
                </a:solidFill>
                <a:latin typeface="+mj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9CD2A8-613F-F54A-9B1E-ECA080B54D6A}"/>
              </a:ext>
            </a:extLst>
          </p:cNvPr>
          <p:cNvSpPr/>
          <p:nvPr/>
        </p:nvSpPr>
        <p:spPr>
          <a:xfrm>
            <a:off x="0" y="397233"/>
            <a:ext cx="2489200" cy="11183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3EBFB0-090F-584E-82CF-99DDF22A91C3}"/>
              </a:ext>
            </a:extLst>
          </p:cNvPr>
          <p:cNvCxnSpPr/>
          <p:nvPr/>
        </p:nvCxnSpPr>
        <p:spPr>
          <a:xfrm flipH="1">
            <a:off x="609600" y="5270339"/>
            <a:ext cx="1227667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53" y="554287"/>
            <a:ext cx="1684724" cy="82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219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gradient 1">
    <p:bg>
      <p:bgPr>
        <a:gradFill>
          <a:gsLst>
            <a:gs pos="0">
              <a:schemeClr val="accent1"/>
            </a:gs>
            <a:gs pos="100000">
              <a:schemeClr val="accent3"/>
            </a:gs>
            <a:gs pos="50000">
              <a:schemeClr val="accent4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A5CAF2-A707-4044-A7B1-E59713258D4F}"/>
              </a:ext>
            </a:extLst>
          </p:cNvPr>
          <p:cNvSpPr/>
          <p:nvPr/>
        </p:nvSpPr>
        <p:spPr>
          <a:xfrm>
            <a:off x="0" y="2881746"/>
            <a:ext cx="6096000" cy="39762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1" y="4362688"/>
            <a:ext cx="5129260" cy="716749"/>
          </a:xfrm>
        </p:spPr>
        <p:txBody>
          <a:bodyPr tIns="0" bIns="0" anchor="b">
            <a:noAutofit/>
          </a:bodyPr>
          <a:lstStyle>
            <a:lvl1pPr algn="l">
              <a:defRPr sz="2667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 on maximum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1" y="5153723"/>
            <a:ext cx="5129260" cy="307635"/>
          </a:xfrm>
        </p:spPr>
        <p:txBody>
          <a:bodyPr tIns="0" bIns="0">
            <a:noAutofit/>
          </a:bodyPr>
          <a:lstStyle>
            <a:lvl1pPr marL="0" indent="0" algn="l">
              <a:buNone/>
              <a:defRPr sz="1867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0E0FADC-34E3-4D4A-9BFE-0F4876E9507F}"/>
              </a:ext>
            </a:extLst>
          </p:cNvPr>
          <p:cNvCxnSpPr/>
          <p:nvPr/>
        </p:nvCxnSpPr>
        <p:spPr>
          <a:xfrm flipH="1">
            <a:off x="609600" y="4134584"/>
            <a:ext cx="1227667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E5D0E332-AF5D-6F4E-9FAF-B648FEFAE8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008" y="6036186"/>
            <a:ext cx="3134784" cy="186815"/>
          </a:xfrm>
        </p:spPr>
        <p:txBody>
          <a:bodyPr tIns="0" bIns="0">
            <a:noAutofit/>
          </a:bodyPr>
          <a:lstStyle>
            <a:lvl1pPr>
              <a:defRPr sz="1067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832" y="3134215"/>
            <a:ext cx="1688189" cy="82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332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">
    <p:bg>
      <p:bgPr>
        <a:gradFill>
          <a:gsLst>
            <a:gs pos="0">
              <a:schemeClr val="accent1"/>
            </a:gs>
            <a:gs pos="100000">
              <a:schemeClr val="accent3"/>
            </a:gs>
            <a:gs pos="50000">
              <a:schemeClr val="accent4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C92712-2A50-B947-917D-245E0987F705}"/>
              </a:ext>
            </a:extLst>
          </p:cNvPr>
          <p:cNvSpPr/>
          <p:nvPr/>
        </p:nvSpPr>
        <p:spPr>
          <a:xfrm>
            <a:off x="1" y="1945793"/>
            <a:ext cx="6096000" cy="2758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7EE87AB-64E4-454B-B424-54B7456B2F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2369897"/>
            <a:ext cx="5067685" cy="1126268"/>
          </a:xfrm>
        </p:spPr>
        <p:txBody>
          <a:bodyPr tIns="0" bIns="0" anchor="b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primary Divider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FAE8D66-5AA3-934A-9C2C-134919E08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904641"/>
            <a:ext cx="5067685" cy="307635"/>
          </a:xfrm>
        </p:spPr>
        <p:txBody>
          <a:bodyPr tIns="0" bIns="0">
            <a:noAutofit/>
          </a:bodyPr>
          <a:lstStyle>
            <a:lvl1pPr marL="0" indent="0" algn="l">
              <a:buNone/>
              <a:defRPr sz="1867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B2B67F-9EA6-C140-B63C-2CE4E8A60DF9}"/>
              </a:ext>
            </a:extLst>
          </p:cNvPr>
          <p:cNvCxnSpPr/>
          <p:nvPr/>
        </p:nvCxnSpPr>
        <p:spPr>
          <a:xfrm flipH="1">
            <a:off x="609600" y="3693999"/>
            <a:ext cx="1227667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061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2">
    <p:bg>
      <p:bgPr>
        <a:gradFill>
          <a:gsLst>
            <a:gs pos="0">
              <a:schemeClr val="accent1"/>
            </a:gs>
            <a:gs pos="100000">
              <a:schemeClr val="accent3"/>
            </a:gs>
            <a:gs pos="50000">
              <a:schemeClr val="accent4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C92712-2A50-B947-917D-245E0987F705}"/>
              </a:ext>
            </a:extLst>
          </p:cNvPr>
          <p:cNvSpPr/>
          <p:nvPr/>
        </p:nvSpPr>
        <p:spPr>
          <a:xfrm>
            <a:off x="1" y="584200"/>
            <a:ext cx="12191999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7EE87AB-64E4-454B-B424-54B7456B2F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2369897"/>
            <a:ext cx="5067685" cy="1126268"/>
          </a:xfrm>
        </p:spPr>
        <p:txBody>
          <a:bodyPr tIns="0" bIns="0" anchor="b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secondary Divider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FAE8D66-5AA3-934A-9C2C-134919E08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904641"/>
            <a:ext cx="5067685" cy="307635"/>
          </a:xfrm>
        </p:spPr>
        <p:txBody>
          <a:bodyPr tIns="0" bIns="0">
            <a:noAutofit/>
          </a:bodyPr>
          <a:lstStyle>
            <a:lvl1pPr marL="0" indent="0" algn="l">
              <a:buNone/>
              <a:defRPr sz="1867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B2B67F-9EA6-C140-B63C-2CE4E8A60DF9}"/>
              </a:ext>
            </a:extLst>
          </p:cNvPr>
          <p:cNvCxnSpPr/>
          <p:nvPr/>
        </p:nvCxnSpPr>
        <p:spPr>
          <a:xfrm flipH="1">
            <a:off x="609600" y="3693999"/>
            <a:ext cx="1227667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87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o - singu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78524" y="4101319"/>
            <a:ext cx="2512088" cy="241163"/>
          </a:xfrm>
        </p:spPr>
        <p:txBody>
          <a:bodyPr tIns="0" bIns="0"/>
          <a:lstStyle>
            <a:lvl1pPr algn="ctr">
              <a:spcBef>
                <a:spcPts val="0"/>
              </a:spcBef>
              <a:defRPr sz="1867" b="1"/>
            </a:lvl1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E28399-29DC-804D-A2F4-95C7B06E8EC0}"/>
              </a:ext>
            </a:extLst>
          </p:cNvPr>
          <p:cNvCxnSpPr>
            <a:cxnSpLocks/>
          </p:cNvCxnSpPr>
          <p:nvPr/>
        </p:nvCxnSpPr>
        <p:spPr>
          <a:xfrm>
            <a:off x="3963043" y="934951"/>
            <a:ext cx="0" cy="4988100"/>
          </a:xfrm>
          <a:prstGeom prst="line">
            <a:avLst/>
          </a:prstGeom>
          <a:noFill/>
          <a:ln w="25400" cap="flat" cmpd="sng" algn="ctr">
            <a:solidFill>
              <a:srgbClr val="FF9E1B"/>
            </a:solidFill>
            <a:prstDash val="solid"/>
          </a:ln>
          <a:effectLst/>
        </p:spPr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A2B738D-D365-2D40-854D-B1A4453C253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078524" y="4418476"/>
            <a:ext cx="2512088" cy="241163"/>
          </a:xfrm>
        </p:spPr>
        <p:txBody>
          <a:bodyPr tIns="0" bIns="0"/>
          <a:lstStyle>
            <a:lvl1pPr algn="ctr">
              <a:spcBef>
                <a:spcPts val="0"/>
              </a:spcBef>
              <a:defRPr sz="1867" b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106873E-C6BC-3745-B0E6-7DA59465F4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78525" y="1430257"/>
            <a:ext cx="2512484" cy="251248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8B7DFC-E1F9-5B47-A4A4-CCE71D6EF0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68800" y="1429808"/>
            <a:ext cx="7213600" cy="399838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Click to edit bio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"/>
            <a:ext cx="516237" cy="11752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1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536F42-CB4E-504A-91A0-9677409B25FF}"/>
              </a:ext>
            </a:extLst>
          </p:cNvPr>
          <p:cNvSpPr txBox="1"/>
          <p:nvPr/>
        </p:nvSpPr>
        <p:spPr>
          <a:xfrm>
            <a:off x="1221081" y="3244334"/>
            <a:ext cx="129210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</a:rPr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0FB763-1461-2A45-9497-5F9F984DDA73}"/>
              </a:ext>
            </a:extLst>
          </p:cNvPr>
          <p:cNvCxnSpPr/>
          <p:nvPr/>
        </p:nvCxnSpPr>
        <p:spPr>
          <a:xfrm>
            <a:off x="3115733" y="584201"/>
            <a:ext cx="0" cy="5462185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DDF1EA-B62B-2A4A-8021-DF20E06AE7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71080" y="746760"/>
            <a:ext cx="707201" cy="5364480"/>
          </a:xfrm>
        </p:spPr>
        <p:txBody>
          <a:bodyPr anchor="ctr"/>
          <a:lstStyle>
            <a:lvl1pPr>
              <a:lnSpc>
                <a:spcPts val="5333"/>
              </a:lnSpc>
              <a:spcBef>
                <a:spcPts val="0"/>
              </a:spcBef>
              <a:defRPr sz="3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##</a:t>
            </a:r>
          </a:p>
          <a:p>
            <a:pPr lvl="0"/>
            <a:r>
              <a:rPr lang="en-US" dirty="0"/>
              <a:t>##</a:t>
            </a:r>
          </a:p>
          <a:p>
            <a:pPr lvl="0"/>
            <a:r>
              <a:rPr lang="en-US" dirty="0"/>
              <a:t>##</a:t>
            </a:r>
          </a:p>
          <a:p>
            <a:pPr lvl="0"/>
            <a:r>
              <a:rPr lang="en-US" dirty="0"/>
              <a:t>##</a:t>
            </a:r>
          </a:p>
          <a:p>
            <a:pPr lvl="0"/>
            <a:r>
              <a:rPr lang="en-US" dirty="0"/>
              <a:t>##</a:t>
            </a:r>
          </a:p>
          <a:p>
            <a:pPr lvl="0"/>
            <a:r>
              <a:rPr lang="en-US" dirty="0"/>
              <a:t>##</a:t>
            </a:r>
          </a:p>
          <a:p>
            <a:pPr lvl="0"/>
            <a:r>
              <a:rPr lang="en-US" dirty="0"/>
              <a:t>##</a:t>
            </a:r>
          </a:p>
          <a:p>
            <a:pPr lvl="0"/>
            <a:r>
              <a:rPr lang="en-US" dirty="0"/>
              <a:t>##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12CA53A-4800-2F46-BBFF-5887883546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54590" y="734319"/>
            <a:ext cx="7010169" cy="5364480"/>
          </a:xfrm>
        </p:spPr>
        <p:txBody>
          <a:bodyPr anchor="ctr">
            <a:noAutofit/>
          </a:bodyPr>
          <a:lstStyle>
            <a:lvl1pPr marL="0" marR="0" indent="0" algn="l" defTabSz="914377" rtl="0" eaLnBrk="1" fontAlgn="auto" latinLnBrk="0" hangingPunct="1">
              <a:lnSpc>
                <a:spcPts val="533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/>
            </a:lvl1pPr>
          </a:lstStyle>
          <a:p>
            <a:pPr lvl="0"/>
            <a:r>
              <a:rPr lang="en-US" dirty="0"/>
              <a:t>Section title</a:t>
            </a:r>
          </a:p>
          <a:p>
            <a:pPr lvl="0"/>
            <a:r>
              <a:rPr lang="en-US" dirty="0"/>
              <a:t>Section title</a:t>
            </a:r>
          </a:p>
          <a:p>
            <a:pPr lvl="0"/>
            <a:r>
              <a:rPr lang="en-US" dirty="0"/>
              <a:t>Section title</a:t>
            </a:r>
          </a:p>
          <a:p>
            <a:pPr lvl="0"/>
            <a:r>
              <a:rPr lang="en-US" dirty="0"/>
              <a:t>Section title</a:t>
            </a:r>
          </a:p>
          <a:p>
            <a:pPr lvl="0"/>
            <a:r>
              <a:rPr lang="en-US" dirty="0"/>
              <a:t>Section title</a:t>
            </a:r>
          </a:p>
          <a:p>
            <a:pPr lvl="0"/>
            <a:r>
              <a:rPr lang="en-US" dirty="0"/>
              <a:t>Section title</a:t>
            </a:r>
          </a:p>
          <a:p>
            <a:pPr lvl="0"/>
            <a:r>
              <a:rPr lang="en-US" dirty="0"/>
              <a:t>Section title</a:t>
            </a:r>
          </a:p>
          <a:p>
            <a:pPr lvl="0"/>
            <a:r>
              <a:rPr lang="en-US" dirty="0"/>
              <a:t>Section 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516237" cy="11752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401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tIns="0" bIns="0"/>
          <a:lstStyle/>
          <a:p>
            <a:r>
              <a:rPr lang="en-US" dirty="0"/>
              <a:t>Click to edit header (Arial Bold 20 </a:t>
            </a:r>
            <a:r>
              <a:rPr lang="en-US" dirty="0" err="1"/>
              <a:t>pt</a:t>
            </a:r>
            <a:r>
              <a:rPr lang="en-US" dirty="0"/>
              <a:t>, black)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4543773"/>
            <a:ext cx="2512088" cy="241163"/>
          </a:xfrm>
        </p:spPr>
        <p:txBody>
          <a:bodyPr tIns="0" bIns="0" anchor="b"/>
          <a:lstStyle>
            <a:lvl1pPr algn="ctr">
              <a:spcBef>
                <a:spcPts val="0"/>
              </a:spcBef>
              <a:defRPr sz="1867" b="1"/>
            </a:lvl1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A2B738D-D365-2D40-854D-B1A4453C253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09600" y="4860931"/>
            <a:ext cx="2512088" cy="241163"/>
          </a:xfrm>
        </p:spPr>
        <p:txBody>
          <a:bodyPr tIns="0" bIns="0"/>
          <a:lstStyle>
            <a:lvl1pPr algn="ctr">
              <a:spcBef>
                <a:spcPts val="0"/>
              </a:spcBef>
              <a:defRPr sz="1867" b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106873E-C6BC-3745-B0E6-7DA59465F4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1" y="1723416"/>
            <a:ext cx="2512484" cy="251248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3B9BACD-503D-9F42-9DF1-648917E19B7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423139" y="4543773"/>
            <a:ext cx="2512088" cy="241163"/>
          </a:xfrm>
        </p:spPr>
        <p:txBody>
          <a:bodyPr tIns="0" bIns="0" anchor="b"/>
          <a:lstStyle>
            <a:lvl1pPr algn="ctr">
              <a:spcBef>
                <a:spcPts val="0"/>
              </a:spcBef>
              <a:defRPr sz="1867" b="1"/>
            </a:lvl1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D283A30-B205-B549-8B52-6394BC64F94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423139" y="4860931"/>
            <a:ext cx="2512088" cy="241163"/>
          </a:xfrm>
        </p:spPr>
        <p:txBody>
          <a:bodyPr tIns="0" bIns="0"/>
          <a:lstStyle>
            <a:lvl1pPr algn="ctr">
              <a:spcBef>
                <a:spcPts val="0"/>
              </a:spcBef>
              <a:defRPr sz="1867" b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197BB462-DDB9-9142-927E-4C0C7CA598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23139" y="1723416"/>
            <a:ext cx="2512484" cy="251248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DAFFE17-DE00-2A4F-B401-5160B48F509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63473" y="4543773"/>
            <a:ext cx="2512088" cy="241163"/>
          </a:xfrm>
        </p:spPr>
        <p:txBody>
          <a:bodyPr tIns="0" bIns="0" anchor="b"/>
          <a:lstStyle>
            <a:lvl1pPr algn="ctr">
              <a:spcBef>
                <a:spcPts val="0"/>
              </a:spcBef>
              <a:defRPr sz="1867" b="1"/>
            </a:lvl1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E77E2D8-6915-6F45-863A-68D54F10340E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263473" y="4860931"/>
            <a:ext cx="2512088" cy="241163"/>
          </a:xfrm>
        </p:spPr>
        <p:txBody>
          <a:bodyPr tIns="0" bIns="0"/>
          <a:lstStyle>
            <a:lvl1pPr algn="ctr">
              <a:spcBef>
                <a:spcPts val="0"/>
              </a:spcBef>
              <a:defRPr sz="1867" b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9" name="Picture Placeholder 12">
            <a:extLst>
              <a:ext uri="{FF2B5EF4-FFF2-40B4-BE49-F238E27FC236}">
                <a16:creationId xmlns:a16="http://schemas.microsoft.com/office/drawing/2014/main" id="{1381B83F-1359-0848-B704-4BFFE43FD05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63474" y="1723416"/>
            <a:ext cx="2512484" cy="251248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B4D6C07-1FB7-AB4A-90C8-50000D63F278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090409" y="4543773"/>
            <a:ext cx="2512088" cy="241163"/>
          </a:xfrm>
        </p:spPr>
        <p:txBody>
          <a:bodyPr tIns="0" bIns="0" anchor="b"/>
          <a:lstStyle>
            <a:lvl1pPr algn="ctr">
              <a:spcBef>
                <a:spcPts val="0"/>
              </a:spcBef>
              <a:defRPr sz="1867" b="1"/>
            </a:lvl1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803F065-D850-F145-81EE-8F85BAB99D66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9090409" y="4860931"/>
            <a:ext cx="2512088" cy="241163"/>
          </a:xfrm>
        </p:spPr>
        <p:txBody>
          <a:bodyPr tIns="0" bIns="0"/>
          <a:lstStyle>
            <a:lvl1pPr algn="ctr">
              <a:spcBef>
                <a:spcPts val="0"/>
              </a:spcBef>
              <a:defRPr sz="1867" b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2" name="Picture Placeholder 12">
            <a:extLst>
              <a:ext uri="{FF2B5EF4-FFF2-40B4-BE49-F238E27FC236}">
                <a16:creationId xmlns:a16="http://schemas.microsoft.com/office/drawing/2014/main" id="{D1D8E6F1-F8E3-744E-974E-0AC03EAEB9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090410" y="1723416"/>
            <a:ext cx="2512484" cy="251248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62443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o - two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76177" y="2639955"/>
            <a:ext cx="2512088" cy="241163"/>
          </a:xfrm>
        </p:spPr>
        <p:txBody>
          <a:bodyPr tIns="0" bIns="0"/>
          <a:lstStyle>
            <a:lvl1pPr algn="ctr">
              <a:spcBef>
                <a:spcPts val="0"/>
              </a:spcBef>
              <a:defRPr sz="1867" b="1"/>
            </a:lvl1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E28399-29DC-804D-A2F4-95C7B06E8EC0}"/>
              </a:ext>
            </a:extLst>
          </p:cNvPr>
          <p:cNvCxnSpPr>
            <a:cxnSpLocks/>
          </p:cNvCxnSpPr>
          <p:nvPr/>
        </p:nvCxnSpPr>
        <p:spPr>
          <a:xfrm>
            <a:off x="6096000" y="584200"/>
            <a:ext cx="0" cy="5338851"/>
          </a:xfrm>
          <a:prstGeom prst="line">
            <a:avLst/>
          </a:prstGeom>
          <a:noFill/>
          <a:ln w="25400" cap="flat" cmpd="sng" algn="ctr">
            <a:solidFill>
              <a:srgbClr val="FF9E1B"/>
            </a:solidFill>
            <a:prstDash val="solid"/>
          </a:ln>
          <a:effectLst/>
        </p:spPr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A2B738D-D365-2D40-854D-B1A4453C253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976177" y="2957112"/>
            <a:ext cx="2512088" cy="241163"/>
          </a:xfrm>
        </p:spPr>
        <p:txBody>
          <a:bodyPr tIns="0" bIns="0"/>
          <a:lstStyle>
            <a:lvl1pPr algn="ctr">
              <a:spcBef>
                <a:spcPts val="0"/>
              </a:spcBef>
              <a:defRPr sz="1867" b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106873E-C6BC-3745-B0E6-7DA59465F4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18377" y="601777"/>
            <a:ext cx="1879600" cy="187959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8B7DFC-E1F9-5B47-A4A4-CCE71D6EF0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440514"/>
            <a:ext cx="5160211" cy="2456521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Click to edit bio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43E6C5E-952C-EA4D-AC28-197531E196E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777425" y="2639955"/>
            <a:ext cx="2512088" cy="241163"/>
          </a:xfrm>
        </p:spPr>
        <p:txBody>
          <a:bodyPr tIns="0" bIns="0"/>
          <a:lstStyle>
            <a:lvl1pPr algn="ctr">
              <a:spcBef>
                <a:spcPts val="0"/>
              </a:spcBef>
              <a:defRPr sz="1867" b="1"/>
            </a:lvl1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F291390-D51B-9C42-8335-6307C90057B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777425" y="2957112"/>
            <a:ext cx="2512088" cy="241163"/>
          </a:xfrm>
        </p:spPr>
        <p:txBody>
          <a:bodyPr tIns="0" bIns="0"/>
          <a:lstStyle>
            <a:lvl1pPr algn="ctr">
              <a:spcBef>
                <a:spcPts val="0"/>
              </a:spcBef>
              <a:defRPr sz="1867" b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634A434B-3BEC-A042-ACBB-FE4E40DEDA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625" y="601777"/>
            <a:ext cx="1879600" cy="187959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F4ED330-7EAE-B849-B4C5-936EDB28AB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0848" y="3440514"/>
            <a:ext cx="5160211" cy="2456521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dirty="0"/>
              <a:t>Click to edit bio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1"/>
            <a:ext cx="516237" cy="11752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844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472303"/>
            <a:ext cx="10972800" cy="48517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header (Arial Bold 20 </a:t>
            </a:r>
            <a:r>
              <a:rPr lang="en-US" dirty="0" err="1"/>
              <a:t>pt</a:t>
            </a:r>
            <a:r>
              <a:rPr lang="en-US" dirty="0"/>
              <a:t>, black)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53943"/>
            <a:ext cx="10972800" cy="4216323"/>
          </a:xfrm>
        </p:spPr>
        <p:txBody>
          <a:bodyPr t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95D967-F9C7-D14E-936C-D6AC8D46A9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12752"/>
            <a:ext cx="10972800" cy="309139"/>
          </a:xfrm>
        </p:spPr>
        <p:txBody>
          <a:bodyPr>
            <a:noAutofit/>
          </a:bodyPr>
          <a:lstStyle>
            <a:lvl1pPr>
              <a:defRPr sz="1867"/>
            </a:lvl1pPr>
          </a:lstStyle>
          <a:p>
            <a:pPr lvl="0"/>
            <a:r>
              <a:rPr lang="en-US" dirty="0"/>
              <a:t>Click to edit subtitle (Arial 14 </a:t>
            </a:r>
            <a:r>
              <a:rPr lang="en-US" dirty="0" err="1"/>
              <a:t>pt</a:t>
            </a:r>
            <a:r>
              <a:rPr lang="en-US" dirty="0"/>
              <a:t>, black)</a:t>
            </a:r>
          </a:p>
        </p:txBody>
      </p:sp>
    </p:spTree>
    <p:extLst>
      <p:ext uri="{BB962C8B-B14F-4D97-AF65-F5344CB8AC3E}">
        <p14:creationId xmlns:p14="http://schemas.microsoft.com/office/powerpoint/2010/main" val="4146951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53943"/>
            <a:ext cx="5334000" cy="4216323"/>
          </a:xfrm>
        </p:spPr>
        <p:txBody>
          <a:bodyPr t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7DCB0F8-A279-CC4A-8C85-F9E2706E722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62255" y="1553943"/>
            <a:ext cx="5334000" cy="4216323"/>
          </a:xfrm>
        </p:spPr>
        <p:txBody>
          <a:bodyPr t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0A1DCE1-5317-1C40-B491-AFB4FE1882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72303"/>
            <a:ext cx="10972800" cy="48517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header (Arial Bold 20 </a:t>
            </a:r>
            <a:r>
              <a:rPr lang="en-US" dirty="0" err="1"/>
              <a:t>pt</a:t>
            </a:r>
            <a:r>
              <a:rPr lang="en-US" dirty="0"/>
              <a:t>, black)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8BE0ABB-5A74-4847-B2C2-F20A89782B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012752"/>
            <a:ext cx="10972800" cy="309139"/>
          </a:xfrm>
        </p:spPr>
        <p:txBody>
          <a:bodyPr>
            <a:noAutofit/>
          </a:bodyPr>
          <a:lstStyle>
            <a:lvl1pPr>
              <a:defRPr sz="1867"/>
            </a:lvl1pPr>
          </a:lstStyle>
          <a:p>
            <a:pPr lvl="0"/>
            <a:r>
              <a:rPr lang="en-US" dirty="0"/>
              <a:t>Click to edit subtitle (Arial 14 </a:t>
            </a:r>
            <a:r>
              <a:rPr lang="en-US" dirty="0" err="1"/>
              <a:t>pt</a:t>
            </a:r>
            <a:r>
              <a:rPr lang="en-US" dirty="0"/>
              <a:t>, black)</a:t>
            </a:r>
          </a:p>
        </p:txBody>
      </p:sp>
    </p:spTree>
    <p:extLst>
      <p:ext uri="{BB962C8B-B14F-4D97-AF65-F5344CB8AC3E}">
        <p14:creationId xmlns:p14="http://schemas.microsoft.com/office/powerpoint/2010/main" val="2168191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53943"/>
            <a:ext cx="3454400" cy="4216323"/>
          </a:xfrm>
        </p:spPr>
        <p:txBody>
          <a:bodyPr t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4C56032-35FC-0A4A-88E4-1339A2E8EC5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78037" y="1553943"/>
            <a:ext cx="3454400" cy="4216323"/>
          </a:xfrm>
        </p:spPr>
        <p:txBody>
          <a:bodyPr t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C5C4CF2-8C7B-494C-9668-5020F91EA7A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146473" y="1553943"/>
            <a:ext cx="3454400" cy="4216323"/>
          </a:xfrm>
        </p:spPr>
        <p:txBody>
          <a:bodyPr t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0FC8BCC-934C-FD4F-B084-234C819709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72303"/>
            <a:ext cx="10972800" cy="485176"/>
          </a:xfrm>
        </p:spPr>
        <p:txBody>
          <a:bodyPr tIns="0" bIns="0"/>
          <a:lstStyle/>
          <a:p>
            <a:r>
              <a:rPr lang="en-US" dirty="0"/>
              <a:t>Click to edit header (Arial Bold 20 </a:t>
            </a:r>
            <a:r>
              <a:rPr lang="en-US" dirty="0" err="1"/>
              <a:t>pt</a:t>
            </a:r>
            <a:r>
              <a:rPr lang="en-US" dirty="0"/>
              <a:t>, black)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69D297F-3D22-674E-90A7-1954B2D919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012752"/>
            <a:ext cx="10972800" cy="309139"/>
          </a:xfrm>
        </p:spPr>
        <p:txBody>
          <a:bodyPr>
            <a:noAutofit/>
          </a:bodyPr>
          <a:lstStyle>
            <a:lvl1pPr>
              <a:defRPr sz="1867"/>
            </a:lvl1pPr>
          </a:lstStyle>
          <a:p>
            <a:pPr lvl="0"/>
            <a:r>
              <a:rPr lang="en-US" dirty="0"/>
              <a:t>Click to edit subtitle (Arial 14 </a:t>
            </a:r>
            <a:r>
              <a:rPr lang="en-US" dirty="0" err="1"/>
              <a:t>pt</a:t>
            </a:r>
            <a:r>
              <a:rPr lang="en-US" dirty="0"/>
              <a:t>, black)</a:t>
            </a:r>
          </a:p>
        </p:txBody>
      </p:sp>
    </p:spTree>
    <p:extLst>
      <p:ext uri="{BB962C8B-B14F-4D97-AF65-F5344CB8AC3E}">
        <p14:creationId xmlns:p14="http://schemas.microsoft.com/office/powerpoint/2010/main" val="3791417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53943"/>
            <a:ext cx="2525485" cy="4216323"/>
          </a:xfrm>
        </p:spPr>
        <p:txBody>
          <a:bodyPr t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89BB269-552F-3E4D-A83D-3E4642A7D47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428011" y="1553943"/>
            <a:ext cx="2525485" cy="4216323"/>
          </a:xfrm>
        </p:spPr>
        <p:txBody>
          <a:bodyPr t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C11E527-4810-B144-8C0D-A75E55C8F05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62256" y="1553943"/>
            <a:ext cx="2525485" cy="4216323"/>
          </a:xfrm>
        </p:spPr>
        <p:txBody>
          <a:bodyPr t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1E20E60-0FE3-E844-8B93-2201C418840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80667" y="1553943"/>
            <a:ext cx="2525485" cy="4216323"/>
          </a:xfrm>
        </p:spPr>
        <p:txBody>
          <a:bodyPr t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741B7FC-B9DA-604A-967A-496AFAE141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72303"/>
            <a:ext cx="10972800" cy="48517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header (Arial Bold 20 </a:t>
            </a:r>
            <a:r>
              <a:rPr lang="en-US" dirty="0" err="1"/>
              <a:t>pt</a:t>
            </a:r>
            <a:r>
              <a:rPr lang="en-US" dirty="0"/>
              <a:t>, black)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EE9FA5D-C047-3147-A66B-3DDD7A8844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012752"/>
            <a:ext cx="10972800" cy="309139"/>
          </a:xfrm>
        </p:spPr>
        <p:txBody>
          <a:bodyPr>
            <a:noAutofit/>
          </a:bodyPr>
          <a:lstStyle>
            <a:lvl1pPr>
              <a:defRPr sz="1867"/>
            </a:lvl1pPr>
          </a:lstStyle>
          <a:p>
            <a:pPr lvl="0"/>
            <a:r>
              <a:rPr lang="en-US" dirty="0"/>
              <a:t>Click to edit subtitle (Arial 14 </a:t>
            </a:r>
            <a:r>
              <a:rPr lang="en-US" dirty="0" err="1"/>
              <a:t>pt</a:t>
            </a:r>
            <a:r>
              <a:rPr lang="en-US" dirty="0"/>
              <a:t>, black)</a:t>
            </a:r>
          </a:p>
        </p:txBody>
      </p:sp>
    </p:spTree>
    <p:extLst>
      <p:ext uri="{BB962C8B-B14F-4D97-AF65-F5344CB8AC3E}">
        <p14:creationId xmlns:p14="http://schemas.microsoft.com/office/powerpoint/2010/main" val="4029108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472303"/>
            <a:ext cx="10972800" cy="48517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header (Arial Bold 20 </a:t>
            </a:r>
            <a:r>
              <a:rPr lang="en-US" dirty="0" err="1"/>
              <a:t>pt</a:t>
            </a:r>
            <a:r>
              <a:rPr lang="en-US" dirty="0"/>
              <a:t>, black)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95D967-F9C7-D14E-936C-D6AC8D46A9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12752"/>
            <a:ext cx="10972800" cy="309139"/>
          </a:xfrm>
        </p:spPr>
        <p:txBody>
          <a:bodyPr>
            <a:noAutofit/>
          </a:bodyPr>
          <a:lstStyle>
            <a:lvl1pPr>
              <a:defRPr sz="1867"/>
            </a:lvl1pPr>
          </a:lstStyle>
          <a:p>
            <a:pPr lvl="0"/>
            <a:r>
              <a:rPr lang="en-US" dirty="0"/>
              <a:t>Click to edit subtitle (Arial 14 </a:t>
            </a:r>
            <a:r>
              <a:rPr lang="en-US" dirty="0" err="1"/>
              <a:t>pt</a:t>
            </a:r>
            <a:r>
              <a:rPr lang="en-US" dirty="0"/>
              <a:t>, black)</a:t>
            </a:r>
          </a:p>
        </p:txBody>
      </p:sp>
    </p:spTree>
    <p:extLst>
      <p:ext uri="{BB962C8B-B14F-4D97-AF65-F5344CB8AC3E}">
        <p14:creationId xmlns:p14="http://schemas.microsoft.com/office/powerpoint/2010/main" val="427886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604108" cy="106542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852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3896126"/>
            <a:ext cx="3454400" cy="460285"/>
          </a:xfrm>
        </p:spPr>
        <p:txBody>
          <a:bodyPr tIns="0" bIns="0" anchor="b"/>
          <a:lstStyle>
            <a:lvl1pPr algn="ctr">
              <a:spcBef>
                <a:spcPts val="0"/>
              </a:spcBef>
              <a:defRPr b="1"/>
            </a:lvl1pPr>
          </a:lstStyle>
          <a:p>
            <a:pPr lvl="0"/>
            <a:r>
              <a:rPr lang="en-US" dirty="0"/>
              <a:t>Description heading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D772FC0-1777-E94A-93CA-3E1032DB359D}"/>
              </a:ext>
            </a:extLst>
          </p:cNvPr>
          <p:cNvSpPr/>
          <p:nvPr/>
        </p:nvSpPr>
        <p:spPr>
          <a:xfrm>
            <a:off x="1353013" y="1612783"/>
            <a:ext cx="1932880" cy="193288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i="1" dirty="0">
              <a:solidFill>
                <a:schemeClr val="accent2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B9F7F22-A3C3-E940-A343-A9F840AC9789}"/>
              </a:ext>
            </a:extLst>
          </p:cNvPr>
          <p:cNvSpPr/>
          <p:nvPr/>
        </p:nvSpPr>
        <p:spPr>
          <a:xfrm>
            <a:off x="5099823" y="1612783"/>
            <a:ext cx="1932880" cy="193288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i="1" dirty="0">
              <a:solidFill>
                <a:schemeClr val="accent2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141CCDE-408A-024F-8E3B-61CD67586598}"/>
              </a:ext>
            </a:extLst>
          </p:cNvPr>
          <p:cNvSpPr/>
          <p:nvPr/>
        </p:nvSpPr>
        <p:spPr>
          <a:xfrm>
            <a:off x="8871413" y="1612783"/>
            <a:ext cx="1932880" cy="193288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i="1" dirty="0">
              <a:solidFill>
                <a:schemeClr val="accent2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1FF1057-BD45-5B4E-A969-C1766F12EBB6}"/>
              </a:ext>
            </a:extLst>
          </p:cNvPr>
          <p:cNvCxnSpPr/>
          <p:nvPr/>
        </p:nvCxnSpPr>
        <p:spPr>
          <a:xfrm>
            <a:off x="3508918" y="2587083"/>
            <a:ext cx="1382751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BB36C7C-ED4B-BA4C-9A31-A5E54DC6959F}"/>
              </a:ext>
            </a:extLst>
          </p:cNvPr>
          <p:cNvCxnSpPr/>
          <p:nvPr/>
        </p:nvCxnSpPr>
        <p:spPr>
          <a:xfrm>
            <a:off x="7270595" y="2587083"/>
            <a:ext cx="1382751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89E5493-150C-B14C-ABDE-E18697CDFD15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" y="4420503"/>
            <a:ext cx="3454400" cy="1310435"/>
          </a:xfrm>
        </p:spPr>
        <p:txBody>
          <a:bodyPr tIns="0" bIns="0"/>
          <a:lstStyle>
            <a:lvl1pPr algn="ctr">
              <a:spcBef>
                <a:spcPts val="533"/>
              </a:spcBef>
              <a:defRPr sz="1867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 dirty="0"/>
              <a:t>Click to edit description body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0D62746-B91E-0140-8E9A-8EEA8E3B668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719792" y="1963273"/>
            <a:ext cx="1234016" cy="1231900"/>
          </a:xfrm>
        </p:spPr>
        <p:txBody>
          <a:bodyPr anchor="ctr"/>
          <a:lstStyle>
            <a:lvl1pPr algn="ctr">
              <a:defRPr sz="1867"/>
            </a:lvl1pPr>
          </a:lstStyle>
          <a:p>
            <a:r>
              <a:rPr lang="en-US" dirty="0"/>
              <a:t>Click to add icon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E01848C0-377F-284C-B87A-A1BD16F8454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372077" y="3896126"/>
            <a:ext cx="3454400" cy="460285"/>
          </a:xfrm>
        </p:spPr>
        <p:txBody>
          <a:bodyPr tIns="0" bIns="0" anchor="b"/>
          <a:lstStyle>
            <a:lvl1pPr algn="ctr">
              <a:spcBef>
                <a:spcPts val="0"/>
              </a:spcBef>
              <a:defRPr b="1"/>
            </a:lvl1pPr>
          </a:lstStyle>
          <a:p>
            <a:pPr lvl="0"/>
            <a:r>
              <a:rPr lang="en-US" dirty="0"/>
              <a:t>Description heading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B1FD21F6-276A-1A4D-A3A1-2C62D78D1C0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372077" y="4420503"/>
            <a:ext cx="3454400" cy="1310435"/>
          </a:xfrm>
        </p:spPr>
        <p:txBody>
          <a:bodyPr tIns="0" bIns="0"/>
          <a:lstStyle>
            <a:lvl1pPr algn="ctr">
              <a:spcBef>
                <a:spcPts val="533"/>
              </a:spcBef>
              <a:defRPr sz="1867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 dirty="0"/>
              <a:t>Click to edit description body text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040708C5-98C0-7444-A336-4FAFB10799FF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134555" y="3896126"/>
            <a:ext cx="3454400" cy="460285"/>
          </a:xfrm>
        </p:spPr>
        <p:txBody>
          <a:bodyPr tIns="0" bIns="0" anchor="b"/>
          <a:lstStyle>
            <a:lvl1pPr algn="ctr">
              <a:spcBef>
                <a:spcPts val="0"/>
              </a:spcBef>
              <a:defRPr b="1"/>
            </a:lvl1pPr>
          </a:lstStyle>
          <a:p>
            <a:pPr lvl="0"/>
            <a:r>
              <a:rPr lang="en-US" dirty="0"/>
              <a:t>Description heading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C557BE8A-F0A6-8840-A3AF-64CD6EDA382D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134555" y="4420503"/>
            <a:ext cx="3454400" cy="1310435"/>
          </a:xfrm>
        </p:spPr>
        <p:txBody>
          <a:bodyPr tIns="0" bIns="0"/>
          <a:lstStyle>
            <a:lvl1pPr algn="ctr">
              <a:spcBef>
                <a:spcPts val="533"/>
              </a:spcBef>
              <a:defRPr sz="1867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 dirty="0"/>
              <a:t>Click to edit description body text</a:t>
            </a:r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57CF03A7-3776-0046-A22D-042BBF0232B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71581" y="1963273"/>
            <a:ext cx="1234016" cy="1231900"/>
          </a:xfrm>
        </p:spPr>
        <p:txBody>
          <a:bodyPr anchor="ctr"/>
          <a:lstStyle>
            <a:lvl1pPr algn="ctr">
              <a:defRPr sz="1867"/>
            </a:lvl1pPr>
          </a:lstStyle>
          <a:p>
            <a:r>
              <a:rPr lang="en-US" dirty="0"/>
              <a:t>Click to add icon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11024D3B-1DE4-8442-87E5-42BD1675782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220845" y="1963273"/>
            <a:ext cx="1234016" cy="1231900"/>
          </a:xfrm>
        </p:spPr>
        <p:txBody>
          <a:bodyPr anchor="ctr"/>
          <a:lstStyle>
            <a:lvl1pPr algn="ctr">
              <a:defRPr sz="1867"/>
            </a:lvl1pPr>
          </a:lstStyle>
          <a:p>
            <a:r>
              <a:rPr lang="en-US" dirty="0"/>
              <a:t>Click to add icon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11596AE-A55C-134E-A375-2B665412AA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012752"/>
            <a:ext cx="10972800" cy="309139"/>
          </a:xfrm>
        </p:spPr>
        <p:txBody>
          <a:bodyPr>
            <a:noAutofit/>
          </a:bodyPr>
          <a:lstStyle>
            <a:lvl1pPr>
              <a:defRPr sz="1867"/>
            </a:lvl1pPr>
          </a:lstStyle>
          <a:p>
            <a:pPr lvl="0"/>
            <a:r>
              <a:rPr lang="en-US" dirty="0"/>
              <a:t>Click to edit subtitle (Arial 14 </a:t>
            </a:r>
            <a:r>
              <a:rPr lang="en-US" dirty="0" err="1"/>
              <a:t>pt</a:t>
            </a:r>
            <a:r>
              <a:rPr lang="en-US" dirty="0"/>
              <a:t>, black)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462241CE-4061-C241-8788-E24F018061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72303"/>
            <a:ext cx="10972800" cy="485176"/>
          </a:xfrm>
        </p:spPr>
        <p:txBody>
          <a:bodyPr tIns="0" bIns="0"/>
          <a:lstStyle/>
          <a:p>
            <a:r>
              <a:rPr lang="en-US" dirty="0"/>
              <a:t>Click to edit header (Arial Bold 20 </a:t>
            </a:r>
            <a:r>
              <a:rPr lang="en-US" dirty="0" err="1"/>
              <a:t>pt</a:t>
            </a:r>
            <a:r>
              <a:rPr lang="en-US" dirty="0"/>
              <a:t>, black)</a:t>
            </a:r>
          </a:p>
        </p:txBody>
      </p:sp>
    </p:spTree>
    <p:extLst>
      <p:ext uri="{BB962C8B-B14F-4D97-AF65-F5344CB8AC3E}">
        <p14:creationId xmlns:p14="http://schemas.microsoft.com/office/powerpoint/2010/main" val="40200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alf spli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467268D-0C35-CD40-837F-419B991684A7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4"/>
              </a:gs>
              <a:gs pos="100000">
                <a:schemeClr val="accent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3015A7-1F07-9146-A81A-7DEBEA814732}"/>
              </a:ext>
            </a:extLst>
          </p:cNvPr>
          <p:cNvSpPr/>
          <p:nvPr/>
        </p:nvSpPr>
        <p:spPr>
          <a:xfrm>
            <a:off x="6096000" y="1"/>
            <a:ext cx="6096000" cy="66844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8518EB-3E45-9848-AE3F-D33DC32D41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584200"/>
            <a:ext cx="4927600" cy="1802865"/>
          </a:xfrm>
        </p:spPr>
        <p:txBody>
          <a:bodyPr anchor="b">
            <a:noAutofit/>
          </a:bodyPr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a large headline (Arial Bold 30 </a:t>
            </a:r>
            <a:r>
              <a:rPr lang="en-US" dirty="0" err="1"/>
              <a:t>pt</a:t>
            </a:r>
            <a:r>
              <a:rPr lang="en-US" dirty="0"/>
              <a:t>, White)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5D63E5D-E768-EF49-97AF-F9006627423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62255" y="584199"/>
            <a:ext cx="5334000" cy="5186067"/>
          </a:xfrm>
        </p:spPr>
        <p:txBody>
          <a:bodyPr t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6A6A2-CB16-E946-93D0-76BDB84DE9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2451804"/>
            <a:ext cx="4927600" cy="936101"/>
          </a:xfrm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6046389"/>
            <a:ext cx="999067" cy="4889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620954D-82D3-1D4B-A1CD-3A1E0C8A9DC6}"/>
              </a:ext>
            </a:extLst>
          </p:cNvPr>
          <p:cNvSpPr txBox="1"/>
          <p:nvPr/>
        </p:nvSpPr>
        <p:spPr>
          <a:xfrm>
            <a:off x="11400590" y="6341541"/>
            <a:ext cx="380777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9CBAD4DA-9C98-6A46-AD8B-74936096646F}" type="slidenum">
              <a:rPr lang="en-US" sz="1333" smtClean="0">
                <a:solidFill>
                  <a:schemeClr val="bg1"/>
                </a:solidFill>
              </a:rPr>
              <a:t>‹#›</a:t>
            </a:fld>
            <a:endParaRPr lang="en-US" sz="1333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9B290E-0BEC-0242-B2BE-84870A1B6353}"/>
              </a:ext>
            </a:extLst>
          </p:cNvPr>
          <p:cNvSpPr txBox="1"/>
          <p:nvPr/>
        </p:nvSpPr>
        <p:spPr>
          <a:xfrm>
            <a:off x="5656859" y="6399146"/>
            <a:ext cx="537944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/>
              <a:t>© 2024 All rights reserved | For Syneos Health</a:t>
            </a:r>
            <a:r>
              <a:rPr lang="en-US" sz="800" baseline="30000" dirty="0"/>
              <a:t>®</a:t>
            </a:r>
            <a:r>
              <a:rPr lang="en-US" sz="800" dirty="0"/>
              <a:t> use only. </a:t>
            </a:r>
            <a:r>
              <a:rPr lang="en-US" sz="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Confidential authorized use only.</a:t>
            </a:r>
          </a:p>
        </p:txBody>
      </p:sp>
    </p:spTree>
    <p:extLst>
      <p:ext uri="{BB962C8B-B14F-4D97-AF65-F5344CB8AC3E}">
        <p14:creationId xmlns:p14="http://schemas.microsoft.com/office/powerpoint/2010/main" val="1286965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467268D-0C35-CD40-837F-419B991684A7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4"/>
              </a:gs>
              <a:gs pos="100000">
                <a:schemeClr val="accent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3015A7-1F07-9146-A81A-7DEBEA814732}"/>
              </a:ext>
            </a:extLst>
          </p:cNvPr>
          <p:cNvSpPr/>
          <p:nvPr/>
        </p:nvSpPr>
        <p:spPr>
          <a:xfrm>
            <a:off x="0" y="1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8518EB-3E45-9848-AE3F-D33DC32D41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84400" y="2250467"/>
            <a:ext cx="7823200" cy="2332946"/>
          </a:xfrm>
          <a:solidFill>
            <a:schemeClr val="tx2"/>
          </a:solidFill>
        </p:spPr>
        <p:txBody>
          <a:bodyPr lIns="228600" tIns="228600" rIns="228600" bIns="228600" anchor="ctr">
            <a:sp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a large quote (Arial Bold </a:t>
            </a:r>
            <a:br>
              <a:rPr lang="en-US" dirty="0"/>
            </a:br>
            <a:r>
              <a:rPr lang="en-US" dirty="0"/>
              <a:t>24 </a:t>
            </a:r>
            <a:r>
              <a:rPr lang="en-US" dirty="0" err="1"/>
              <a:t>pt</a:t>
            </a:r>
            <a:r>
              <a:rPr lang="en-US" dirty="0"/>
              <a:t>).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.”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7F5176-A02C-534F-A8A6-A1E7DBDF842A}"/>
              </a:ext>
            </a:extLst>
          </p:cNvPr>
          <p:cNvSpPr txBox="1"/>
          <p:nvPr/>
        </p:nvSpPr>
        <p:spPr>
          <a:xfrm>
            <a:off x="1666523" y="2250177"/>
            <a:ext cx="732365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9600" b="1" dirty="0">
                <a:solidFill>
                  <a:schemeClr val="accent3"/>
                </a:solidFill>
              </a:rPr>
              <a:t>“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6046389"/>
            <a:ext cx="999067" cy="48890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620954D-82D3-1D4B-A1CD-3A1E0C8A9DC6}"/>
              </a:ext>
            </a:extLst>
          </p:cNvPr>
          <p:cNvSpPr txBox="1"/>
          <p:nvPr/>
        </p:nvSpPr>
        <p:spPr>
          <a:xfrm>
            <a:off x="11400590" y="6341541"/>
            <a:ext cx="380777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9CBAD4DA-9C98-6A46-AD8B-74936096646F}" type="slidenum">
              <a:rPr lang="en-US" sz="1333" smtClean="0">
                <a:solidFill>
                  <a:schemeClr val="tx2"/>
                </a:solidFill>
              </a:rPr>
              <a:t>‹#›</a:t>
            </a:fld>
            <a:endParaRPr lang="en-US" sz="1333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9B290E-0BEC-0242-B2BE-84870A1B6353}"/>
              </a:ext>
            </a:extLst>
          </p:cNvPr>
          <p:cNvSpPr txBox="1"/>
          <p:nvPr/>
        </p:nvSpPr>
        <p:spPr>
          <a:xfrm>
            <a:off x="5656859" y="6399146"/>
            <a:ext cx="537944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2"/>
                </a:solidFill>
              </a:rPr>
              <a:t>© 2024 All rights reserved | For Syneos Health</a:t>
            </a:r>
            <a:r>
              <a:rPr lang="en-US" sz="800" baseline="30000" dirty="0">
                <a:solidFill>
                  <a:schemeClr val="tx2"/>
                </a:solidFill>
              </a:rPr>
              <a:t>®</a:t>
            </a:r>
            <a:r>
              <a:rPr lang="en-US" sz="800" dirty="0">
                <a:solidFill>
                  <a:schemeClr val="tx2"/>
                </a:solidFill>
              </a:rPr>
              <a:t> use only. </a:t>
            </a:r>
            <a:r>
              <a:rPr lang="en-US" sz="8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Confidential authorized use only.</a:t>
            </a:r>
          </a:p>
        </p:txBody>
      </p:sp>
    </p:spTree>
    <p:extLst>
      <p:ext uri="{BB962C8B-B14F-4D97-AF65-F5344CB8AC3E}">
        <p14:creationId xmlns:p14="http://schemas.microsoft.com/office/powerpoint/2010/main" val="1883091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with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38F22F-4BD7-414A-9BD5-F35F43D150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50115"/>
          <a:stretch/>
        </p:blipFill>
        <p:spPr>
          <a:xfrm>
            <a:off x="0" y="0"/>
            <a:ext cx="12192000" cy="3421149"/>
          </a:xfrm>
          <a:prstGeom prst="rect">
            <a:avLst/>
          </a:prstGeom>
        </p:spPr>
      </p:pic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377E50A-76DD-3B4B-B3A3-4CA29262E9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84400" y="2250467"/>
            <a:ext cx="7823200" cy="2332946"/>
          </a:xfrm>
          <a:solidFill>
            <a:schemeClr val="tx2"/>
          </a:solidFill>
        </p:spPr>
        <p:txBody>
          <a:bodyPr lIns="228600" tIns="228600" rIns="228600" bIns="228600" anchor="ctr">
            <a:sp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a large quote (Arial Bold </a:t>
            </a:r>
            <a:br>
              <a:rPr lang="en-US" dirty="0"/>
            </a:br>
            <a:r>
              <a:rPr lang="en-US" dirty="0"/>
              <a:t>24 </a:t>
            </a:r>
            <a:r>
              <a:rPr lang="en-US" dirty="0" err="1"/>
              <a:t>pt</a:t>
            </a:r>
            <a:r>
              <a:rPr lang="en-US" dirty="0"/>
              <a:t>).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.”  </a:t>
            </a:r>
          </a:p>
        </p:txBody>
      </p:sp>
    </p:spTree>
    <p:extLst>
      <p:ext uri="{BB962C8B-B14F-4D97-AF65-F5344CB8AC3E}">
        <p14:creationId xmlns:p14="http://schemas.microsoft.com/office/powerpoint/2010/main" val="277892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with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8A28F1-53EE-6B4D-B245-3410412195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676" r="7130"/>
          <a:stretch/>
        </p:blipFill>
        <p:spPr>
          <a:xfrm>
            <a:off x="6108315" y="536"/>
            <a:ext cx="6083685" cy="6684433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1B74F956-5998-BA4F-A771-E8572BB899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3782" y="2164775"/>
            <a:ext cx="7270540" cy="2332946"/>
          </a:xfrm>
          <a:solidFill>
            <a:schemeClr val="tx2"/>
          </a:solidFill>
        </p:spPr>
        <p:txBody>
          <a:bodyPr wrap="square" lIns="228600" tIns="228600" rIns="228600" bIns="228600" anchor="ctr">
            <a:sp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a large quote (Arial Bold 24 </a:t>
            </a:r>
            <a:r>
              <a:rPr lang="en-US" dirty="0" err="1"/>
              <a:t>pt</a:t>
            </a:r>
            <a:r>
              <a:rPr lang="en-US" dirty="0"/>
              <a:t>).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.”  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"/>
            <a:ext cx="516237" cy="11752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20954D-82D3-1D4B-A1CD-3A1E0C8A9DC6}"/>
              </a:ext>
            </a:extLst>
          </p:cNvPr>
          <p:cNvSpPr txBox="1"/>
          <p:nvPr/>
        </p:nvSpPr>
        <p:spPr>
          <a:xfrm>
            <a:off x="11400590" y="6341541"/>
            <a:ext cx="380777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9CBAD4DA-9C98-6A46-AD8B-74936096646F}" type="slidenum">
              <a:rPr lang="en-US" sz="1333" smtClean="0">
                <a:solidFill>
                  <a:schemeClr val="tx2"/>
                </a:solidFill>
              </a:rPr>
              <a:t>‹#›</a:t>
            </a:fld>
            <a:endParaRPr lang="en-US" sz="1333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9B290E-0BEC-0242-B2BE-84870A1B6353}"/>
              </a:ext>
            </a:extLst>
          </p:cNvPr>
          <p:cNvSpPr txBox="1"/>
          <p:nvPr/>
        </p:nvSpPr>
        <p:spPr>
          <a:xfrm>
            <a:off x="5656859" y="6399146"/>
            <a:ext cx="537944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2"/>
                </a:solidFill>
              </a:rPr>
              <a:t>© 2024 All rights reserved | For Syneos Health</a:t>
            </a:r>
            <a:r>
              <a:rPr lang="en-US" sz="800" baseline="30000" dirty="0">
                <a:solidFill>
                  <a:schemeClr val="tx2"/>
                </a:solidFill>
              </a:rPr>
              <a:t>®</a:t>
            </a:r>
            <a:r>
              <a:rPr lang="en-US" sz="800" dirty="0">
                <a:solidFill>
                  <a:schemeClr val="tx2"/>
                </a:solidFill>
              </a:rPr>
              <a:t> use only. </a:t>
            </a:r>
            <a:r>
              <a:rPr lang="en-US" sz="800" kern="120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Confidential authorized use only.</a:t>
            </a:r>
          </a:p>
        </p:txBody>
      </p:sp>
    </p:spTree>
    <p:extLst>
      <p:ext uri="{BB962C8B-B14F-4D97-AF65-F5344CB8AC3E}">
        <p14:creationId xmlns:p14="http://schemas.microsoft.com/office/powerpoint/2010/main" val="2451648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c letter/thank you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615532"/>
            <a:ext cx="3135257" cy="2666929"/>
          </a:xfrm>
        </p:spPr>
        <p:txBody>
          <a:bodyPr tIns="0" bIns="0"/>
          <a:lstStyle/>
          <a:p>
            <a:r>
              <a:rPr lang="en-US" dirty="0"/>
              <a:t>Click to edit header (Arial Bold 20 </a:t>
            </a:r>
            <a:r>
              <a:rPr lang="en-US" dirty="0" err="1"/>
              <a:t>pt</a:t>
            </a:r>
            <a:r>
              <a:rPr lang="en-US" dirty="0"/>
              <a:t>, black)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68800" y="584201"/>
            <a:ext cx="7213600" cy="5186065"/>
          </a:xfrm>
        </p:spPr>
        <p:txBody>
          <a:bodyPr tIns="0" bIns="0"/>
          <a:lstStyle/>
          <a:p>
            <a:pPr lvl="0"/>
            <a:r>
              <a:rPr lang="en-US" dirty="0"/>
              <a:t>Click to edit Executive letter or thank you note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E28399-29DC-804D-A2F4-95C7B06E8EC0}"/>
              </a:ext>
            </a:extLst>
          </p:cNvPr>
          <p:cNvCxnSpPr>
            <a:cxnSpLocks/>
          </p:cNvCxnSpPr>
          <p:nvPr/>
        </p:nvCxnSpPr>
        <p:spPr>
          <a:xfrm>
            <a:off x="4056828" y="615531"/>
            <a:ext cx="0" cy="5154735"/>
          </a:xfrm>
          <a:prstGeom prst="line">
            <a:avLst/>
          </a:prstGeom>
          <a:noFill/>
          <a:ln w="25400" cap="flat" cmpd="sng" algn="ctr">
            <a:solidFill>
              <a:srgbClr val="FF9E1B"/>
            </a:solidFill>
            <a:prstDash val="solid"/>
          </a:ln>
          <a:effectLst/>
        </p:spPr>
      </p:cxnSp>
      <p:sp>
        <p:nvSpPr>
          <p:cNvPr id="12" name="Rectangle 11"/>
          <p:cNvSpPr/>
          <p:nvPr/>
        </p:nvSpPr>
        <p:spPr>
          <a:xfrm>
            <a:off x="0" y="1"/>
            <a:ext cx="516237" cy="11752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852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5BB6657-53C4-E34B-AB25-AF1EF229CFEC}"/>
              </a:ext>
            </a:extLst>
          </p:cNvPr>
          <p:cNvSpPr/>
          <p:nvPr/>
        </p:nvSpPr>
        <p:spPr>
          <a:xfrm>
            <a:off x="0" y="3128048"/>
            <a:ext cx="7450667" cy="37299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6ED4D3-C826-9846-BC33-CB5D1E9A151B}"/>
              </a:ext>
            </a:extLst>
          </p:cNvPr>
          <p:cNvSpPr txBox="1"/>
          <p:nvPr/>
        </p:nvSpPr>
        <p:spPr>
          <a:xfrm>
            <a:off x="609601" y="3429001"/>
            <a:ext cx="584498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4000" b="1" dirty="0"/>
              <a:t>Shortening the Distance from Lab to Life</a:t>
            </a:r>
            <a:r>
              <a:rPr lang="en-US" sz="4000" b="1" baseline="30000" dirty="0"/>
              <a:t>®</a:t>
            </a:r>
            <a:r>
              <a:rPr lang="en-US" sz="4000" b="1" dirty="0"/>
              <a:t>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5DDC9E-238F-9640-9199-7FEFC890811E}"/>
              </a:ext>
            </a:extLst>
          </p:cNvPr>
          <p:cNvCxnSpPr>
            <a:cxnSpLocks/>
          </p:cNvCxnSpPr>
          <p:nvPr/>
        </p:nvCxnSpPr>
        <p:spPr>
          <a:xfrm>
            <a:off x="609601" y="4862456"/>
            <a:ext cx="5844988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72" y="5451710"/>
            <a:ext cx="1706880" cy="83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18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with contacts">
    <p:bg>
      <p:bgPr>
        <a:gradFill>
          <a:gsLst>
            <a:gs pos="0">
              <a:schemeClr val="accent1"/>
            </a:gs>
            <a:gs pos="50000">
              <a:schemeClr val="accent4"/>
            </a:gs>
            <a:gs pos="100000">
              <a:schemeClr val="accent3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EFB28C-6E92-4C4B-9A73-70FA6416DDE0}"/>
              </a:ext>
            </a:extLst>
          </p:cNvPr>
          <p:cNvSpPr/>
          <p:nvPr/>
        </p:nvSpPr>
        <p:spPr>
          <a:xfrm>
            <a:off x="1" y="3126890"/>
            <a:ext cx="7444292" cy="373111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6ED4D3-C826-9846-BC33-CB5D1E9A151B}"/>
              </a:ext>
            </a:extLst>
          </p:cNvPr>
          <p:cNvSpPr txBox="1"/>
          <p:nvPr/>
        </p:nvSpPr>
        <p:spPr>
          <a:xfrm>
            <a:off x="609601" y="3429001"/>
            <a:ext cx="584498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4000" b="1" dirty="0"/>
              <a:t>Shortening the Distance from Lab to Life</a:t>
            </a:r>
            <a:r>
              <a:rPr lang="en-US" sz="4000" b="1" baseline="30000" dirty="0"/>
              <a:t>®</a:t>
            </a:r>
            <a:r>
              <a:rPr lang="en-US" sz="4000" b="1" dirty="0"/>
              <a:t>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5DDC9E-238F-9640-9199-7FEFC890811E}"/>
              </a:ext>
            </a:extLst>
          </p:cNvPr>
          <p:cNvCxnSpPr>
            <a:cxnSpLocks/>
          </p:cNvCxnSpPr>
          <p:nvPr/>
        </p:nvCxnSpPr>
        <p:spPr>
          <a:xfrm>
            <a:off x="609601" y="4862456"/>
            <a:ext cx="5844988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40C21CA-6021-DA46-A7C4-7815AE8088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128000" y="835518"/>
            <a:ext cx="3471333" cy="95018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67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 err="1"/>
              <a:t>firstname.lastname@syneoshealth.com</a:t>
            </a:r>
            <a:br>
              <a:rPr lang="en-US" dirty="0"/>
            </a:br>
            <a:r>
              <a:rPr lang="en-US" dirty="0"/>
              <a:t>+1 234 567 8901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C2129F6-6C02-DF4E-B2A9-1B2F77BB99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28000" y="2312203"/>
            <a:ext cx="3471333" cy="1005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67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 err="1"/>
              <a:t>firstname.lastname@syneoshealth.com</a:t>
            </a:r>
            <a:br>
              <a:rPr lang="en-US" dirty="0"/>
            </a:br>
            <a:r>
              <a:rPr lang="en-US" dirty="0"/>
              <a:t>+1 234 567 8901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A265F4F-1223-CC4E-8F60-F88319FF49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28000" y="3788889"/>
            <a:ext cx="3471333" cy="96273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67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 err="1"/>
              <a:t>firstname.lastname@syneoshealth.com</a:t>
            </a:r>
            <a:br>
              <a:rPr lang="en-US" dirty="0"/>
            </a:br>
            <a:r>
              <a:rPr lang="en-US" dirty="0"/>
              <a:t>+1 234 567 8901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E43FCE1-716D-DC4C-9633-1A1A974A33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28000" y="5265575"/>
            <a:ext cx="3471333" cy="101515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67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 err="1"/>
              <a:t>firstname.lastname@syneoshealth.com</a:t>
            </a:r>
            <a:br>
              <a:rPr lang="en-US" dirty="0"/>
            </a:br>
            <a:r>
              <a:rPr lang="en-US" dirty="0"/>
              <a:t>+1 234 567 8901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72" y="5451710"/>
            <a:ext cx="1706880" cy="83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386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21B56-BA02-447F-8C48-0C59F2D591D8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D1A10-87FD-48F9-8C53-1F922FC9A8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2463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C96E4-49EB-F828-365E-46F6EF66D2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1833"/>
            <a:ext cx="9144000" cy="238760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68BA4-8C25-7B80-F46F-7E8917A52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568"/>
            <a:ext cx="9144000" cy="165523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77F11-A211-D8C2-DF97-6548647CC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798A-619D-48EF-904A-580F847A94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0F737-93C0-8C2C-2CAD-846AAE6B3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196D2-72ED-DE5E-0E1A-E6759B094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606E-E1F1-4CB7-969D-E4C25E2FB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43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AA92D-FF77-95E0-B4BA-282255BBA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185DB-8A7E-6757-1373-08C256C1F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1F273-20A2-874C-463F-AE2079D6C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798A-619D-48EF-904A-580F847A94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335CB-BA3A-5B6A-EFF1-6BED032F1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2496B-FAD4-08AA-4767-8197204D2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606E-E1F1-4CB7-969D-E4C25E2FB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073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78D4A-2E21-7BAA-359D-EBD1EE425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10267"/>
            <a:ext cx="10515600" cy="285326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5ADD0-3FF7-3A3A-A237-E80A08A90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8934"/>
            <a:ext cx="10515600" cy="150071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CA43B-E8D7-D35D-1D52-80EBEA962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798A-619D-48EF-904A-580F847A94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D7B25-A589-4563-4ED3-DDFCE0B41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F544E-19C5-3CD8-C84F-96A793703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606E-E1F1-4CB7-969D-E4C25E2FB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082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88923-9992-532B-F78B-61C7019F6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0E947-736E-ACDD-2CC2-8926EE5D4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6684"/>
            <a:ext cx="5156200" cy="4349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B1333-91C2-11AB-138E-116CF7C25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26684"/>
            <a:ext cx="5156200" cy="4349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904635-FC7A-2018-AED8-06D0FEAF6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798A-619D-48EF-904A-580F847A94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0AFFA-E36F-DFB6-1E9C-AE26C45C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5411A-9144-30BC-6078-1F775EA55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606E-E1F1-4CB7-969D-E4C25E2FB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49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2BDC2-C70A-B118-405D-996181BCA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6185"/>
            <a:ext cx="10515600" cy="1325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C6D8D-B7FA-1B6A-0376-0ADCF0099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0634"/>
            <a:ext cx="5158316" cy="82550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F3CED-9E94-5A5F-95C8-92BBBE915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6133"/>
            <a:ext cx="5158316" cy="368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C5259-0414-CE76-1AD1-B64DA513D2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0634"/>
            <a:ext cx="5183717" cy="82550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F15E19-1791-108C-20EF-D50E06B1C3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6133"/>
            <a:ext cx="5183717" cy="368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2F226E-484D-3240-5880-2FB26D0DF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798A-619D-48EF-904A-580F847A94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9E33F7-54C9-2289-D487-B4193BF86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53AD6D-C5DD-9F1A-2231-FE3AFBE5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606E-E1F1-4CB7-969D-E4C25E2FB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6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AB6A3-3F04-0173-00D7-6BE56AF7A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0A3C96-C261-AF1B-9716-ED22E069E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798A-619D-48EF-904A-580F847A94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CDB5B-148A-CFF4-BC89-100486FE8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89B6CC-0070-CA76-FCF2-110408065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606E-E1F1-4CB7-969D-E4C25E2FB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69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D02FD0-6C45-CC9E-AA60-2834383B2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798A-619D-48EF-904A-580F847A94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BEB01E-710B-B314-7087-84E4092DA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113EA-7A0D-AEC5-8519-13E0BBA65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606E-E1F1-4CB7-969D-E4C25E2FB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69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EE657-C50A-BA8F-7284-21A686544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ED2F6-5028-1D4F-D7D1-6C0AEB9F4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8485"/>
            <a:ext cx="6172200" cy="48725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84D85-B7DA-BAD1-886B-B575FD9C0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82432-2441-1814-C283-FA17888BD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798A-619D-48EF-904A-580F847A94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EACC4-3CFA-A042-A06A-0EDADA420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94C3B-4033-60EA-FE04-65367B9A7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606E-E1F1-4CB7-969D-E4C25E2FB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3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0AC02-4123-D28C-D1C1-44707DB3E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A2DA1F-5943-88CC-608E-5F1499A83F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8485"/>
            <a:ext cx="6172200" cy="48725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B1247-9374-1111-0E42-8FC812CA4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3C9BC-1CC8-6031-89A1-1C08FB23A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798A-619D-48EF-904A-580F847A94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8FD7E7-4F22-2817-E9C6-B1DB4F278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C4006-7F6E-0AE9-39E6-5616A99BD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606E-E1F1-4CB7-969D-E4C25E2FB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B0F83-B6BC-42A8-7117-5D46B5D46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6BA47D-EEA4-3A39-4C05-07262AF5A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9F079-ED72-EF15-36DB-3835B370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798A-619D-48EF-904A-580F847A94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CCAA4-5E17-DB1F-2308-831B49CFF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34711-E591-F652-8BE8-81D62330E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606E-E1F1-4CB7-969D-E4C25E2FB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847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EF0245-7EA8-52A4-D530-6BB6318E48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6185"/>
            <a:ext cx="2628900" cy="58102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F79F3F-5152-67FD-E59E-52F6569126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6185"/>
            <a:ext cx="7683500" cy="58102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BB41D-D1BB-1E3F-0471-1C4E499C9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798A-619D-48EF-904A-580F847A94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C828F-C65B-3C93-AFFF-3F8D0C271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3B5DD-5348-8476-69A4-36C6C322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9606E-E1F1-4CB7-969D-E4C25E2FB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264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6046389"/>
            <a:ext cx="999067" cy="48890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72303"/>
            <a:ext cx="10972800" cy="4851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53943"/>
            <a:ext cx="10972800" cy="421632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9B290E-0BEC-0242-B2BE-84870A1B6353}"/>
              </a:ext>
            </a:extLst>
          </p:cNvPr>
          <p:cNvSpPr txBox="1"/>
          <p:nvPr/>
        </p:nvSpPr>
        <p:spPr>
          <a:xfrm>
            <a:off x="5656859" y="6399146"/>
            <a:ext cx="537944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/>
              <a:t>© 2024 All rights reserved | For Syneos Health</a:t>
            </a:r>
            <a:r>
              <a:rPr lang="en-US" sz="800" baseline="30000" dirty="0"/>
              <a:t>®</a:t>
            </a:r>
            <a:r>
              <a:rPr lang="en-US" sz="800" dirty="0"/>
              <a:t> use only. </a:t>
            </a:r>
            <a:r>
              <a:rPr lang="en-US" sz="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Confidential authorized use only.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20954D-82D3-1D4B-A1CD-3A1E0C8A9DC6}"/>
              </a:ext>
            </a:extLst>
          </p:cNvPr>
          <p:cNvSpPr txBox="1"/>
          <p:nvPr/>
        </p:nvSpPr>
        <p:spPr>
          <a:xfrm>
            <a:off x="11400590" y="6341541"/>
            <a:ext cx="380777" cy="205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9CBAD4DA-9C98-6A46-AD8B-74936096646F}" type="slidenum">
              <a:rPr lang="en-US" sz="1333" smtClean="0">
                <a:solidFill>
                  <a:schemeClr val="bg1"/>
                </a:solidFill>
              </a:rPr>
              <a:t>‹#›</a:t>
            </a:fld>
            <a:endParaRPr lang="en-US" sz="1333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67268D-0C35-CD40-837F-419B991684A7}"/>
              </a:ext>
            </a:extLst>
          </p:cNvPr>
          <p:cNvSpPr/>
          <p:nvPr/>
        </p:nvSpPr>
        <p:spPr>
          <a:xfrm>
            <a:off x="0" y="6684434"/>
            <a:ext cx="12192000" cy="173567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4"/>
              </a:gs>
              <a:gs pos="100000">
                <a:schemeClr val="accent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40000" lnSpcReduction="20000"/>
          </a:bodyPr>
          <a:lstStyle/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3838F1-653E-8142-947D-24EE615A4F46}"/>
              </a:ext>
            </a:extLst>
          </p:cNvPr>
          <p:cNvCxnSpPr>
            <a:cxnSpLocks/>
          </p:cNvCxnSpPr>
          <p:nvPr/>
        </p:nvCxnSpPr>
        <p:spPr>
          <a:xfrm>
            <a:off x="0" y="781804"/>
            <a:ext cx="467976" cy="0"/>
          </a:xfrm>
          <a:prstGeom prst="line">
            <a:avLst/>
          </a:prstGeom>
          <a:noFill/>
          <a:ln w="25400" cap="flat" cmpd="sng" algn="ctr">
            <a:solidFill>
              <a:srgbClr val="FF9E1B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36841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lang="en-US" sz="2667" b="1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5000"/>
        </a:lnSpc>
        <a:spcBef>
          <a:spcPts val="1067"/>
        </a:spcBef>
        <a:buFont typeface="Arial" panose="020B0604020202020204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154513" indent="-154513" algn="l" defTabSz="914377" rtl="0" eaLnBrk="1" latinLnBrk="0" hangingPunct="1">
        <a:lnSpc>
          <a:spcPct val="95000"/>
        </a:lnSpc>
        <a:spcBef>
          <a:spcPts val="533"/>
        </a:spcBef>
        <a:buFont typeface="Arial" panose="020B0604020202020204" pitchFamily="34" charset="0"/>
        <a:buChar char="•"/>
        <a:tabLst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385224" indent="-230712" algn="l" defTabSz="914377" rtl="0" eaLnBrk="1" latinLnBrk="0" hangingPunct="1">
        <a:lnSpc>
          <a:spcPct val="95000"/>
        </a:lnSpc>
        <a:spcBef>
          <a:spcPts val="267"/>
        </a:spcBef>
        <a:buFont typeface="Arial" panose="020B0604020202020204" pitchFamily="34" charset="0"/>
        <a:buChar char="–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7620" indent="-152396" algn="l" defTabSz="914377" rtl="0" eaLnBrk="1" latinLnBrk="0" hangingPunct="1">
        <a:lnSpc>
          <a:spcPct val="95000"/>
        </a:lnSpc>
        <a:spcBef>
          <a:spcPts val="267"/>
        </a:spcBef>
        <a:buFont typeface="Arial" panose="020B0604020202020204" pitchFamily="34" charset="0"/>
        <a:buChar char="•"/>
        <a:tabLst/>
        <a:defRPr sz="1467" kern="1200">
          <a:solidFill>
            <a:schemeClr val="tx1"/>
          </a:solidFill>
          <a:latin typeface="+mn-lt"/>
          <a:ea typeface="+mn-ea"/>
          <a:cs typeface="+mn-cs"/>
        </a:defRPr>
      </a:lvl4pPr>
      <a:lvl5pPr marL="681550" indent="-143930" algn="l" defTabSz="914377" rtl="0" eaLnBrk="1" latinLnBrk="0" hangingPunct="1">
        <a:lnSpc>
          <a:spcPct val="95000"/>
        </a:lnSpc>
        <a:spcBef>
          <a:spcPts val="267"/>
        </a:spcBef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808">
          <p15:clr>
            <a:srgbClr val="F26B43"/>
          </p15:clr>
        </p15:guide>
        <p15:guide id="4" pos="2952">
          <p15:clr>
            <a:srgbClr val="F26B43"/>
          </p15:clr>
        </p15:guide>
        <p15:guide id="5" pos="3696">
          <p15:clr>
            <a:srgbClr val="F26B43"/>
          </p15:clr>
        </p15:guide>
        <p15:guide id="6" pos="3840">
          <p15:clr>
            <a:srgbClr val="F26B43"/>
          </p15:clr>
        </p15:guide>
        <p15:guide id="7" pos="4584">
          <p15:clr>
            <a:srgbClr val="F26B43"/>
          </p15:clr>
        </p15:guide>
        <p15:guide id="8" pos="4728">
          <p15:clr>
            <a:srgbClr val="F26B43"/>
          </p15:clr>
        </p15:guide>
        <p15:guide id="9" pos="5472">
          <p15:clr>
            <a:srgbClr val="F26B43"/>
          </p15:clr>
        </p15:guide>
        <p15:guide id="10" pos="2064">
          <p15:clr>
            <a:srgbClr val="F26B43"/>
          </p15:clr>
        </p15:guide>
        <p15:guide id="11" pos="1920">
          <p15:clr>
            <a:srgbClr val="F26B43"/>
          </p15:clr>
        </p15:guide>
        <p15:guide id="12" pos="1176">
          <p15:clr>
            <a:srgbClr val="F26B43"/>
          </p15:clr>
        </p15:guide>
        <p15:guide id="13" pos="1032">
          <p15:clr>
            <a:srgbClr val="F26B43"/>
          </p15:clr>
        </p15:guide>
        <p15:guide id="14" pos="288">
          <p15:clr>
            <a:srgbClr val="F26B43"/>
          </p15:clr>
        </p15:guide>
        <p15:guide id="15" orient="horz" pos="276">
          <p15:clr>
            <a:srgbClr val="F26B43"/>
          </p15:clr>
        </p15:guide>
        <p15:guide id="16" orient="horz" pos="29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0D76F-6669-982D-B45F-C1716CC4A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5"/>
            <a:ext cx="10515600" cy="132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7186E-8F98-9A41-93C1-0328FD61F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4"/>
            <a:ext cx="10515600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C95B5-0B22-1BE5-C5C3-41D40857BF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8798A-619D-48EF-904A-580F847A948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53A17-0F4D-30B1-2389-48049F6A5B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307DB-693A-151E-51A1-42E8F45C9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9606E-E1F1-4CB7-969D-E4C25E2FB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49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rp-c-dev.syneoshealth.com/Documentation/" TargetMode="External"/><Relationship Id="rId2" Type="http://schemas.microsoft.com/office/2018/10/relationships/comments" Target="../comments/modernComment_115_F0590078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srp-spo-dev.syneoshealth.com/app/user_guide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938F-3624-DDC1-E89E-DAE09E52FC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R Training 2024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5E670A-308A-5D84-8ABA-1B805C65DD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3200" dirty="0"/>
              <a:t>Introduction, interface and packages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76B1F66-59D0-7888-47B0-714E1E9894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06AUG2024</a:t>
            </a:r>
          </a:p>
        </p:txBody>
      </p:sp>
    </p:spTree>
    <p:extLst>
      <p:ext uri="{BB962C8B-B14F-4D97-AF65-F5344CB8AC3E}">
        <p14:creationId xmlns:p14="http://schemas.microsoft.com/office/powerpoint/2010/main" val="1466643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546B1-A857-1398-83A2-23583169E6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01</a:t>
            </a:r>
          </a:p>
          <a:p>
            <a:r>
              <a:rPr lang="en-GB" dirty="0"/>
              <a:t>02</a:t>
            </a:r>
          </a:p>
          <a:p>
            <a:r>
              <a:rPr lang="en-GB" dirty="0"/>
              <a:t>03</a:t>
            </a:r>
          </a:p>
          <a:p>
            <a:r>
              <a:rPr lang="en-GB" dirty="0"/>
              <a:t>04</a:t>
            </a:r>
          </a:p>
          <a:p>
            <a:r>
              <a:rPr lang="en-GB" dirty="0"/>
              <a:t>05</a:t>
            </a:r>
          </a:p>
          <a:p>
            <a:r>
              <a:rPr lang="en-GB" dirty="0"/>
              <a:t>06</a:t>
            </a:r>
          </a:p>
          <a:p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4C60B7-A337-429C-9324-0F77F88D03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Introduction to training </a:t>
            </a:r>
          </a:p>
          <a:p>
            <a:r>
              <a:rPr lang="en-GB" dirty="0"/>
              <a:t>How to access training </a:t>
            </a:r>
          </a:p>
          <a:p>
            <a:r>
              <a:rPr lang="en-GB" dirty="0"/>
              <a:t>R interface </a:t>
            </a:r>
          </a:p>
          <a:p>
            <a:r>
              <a:rPr lang="en-GB" dirty="0"/>
              <a:t>Packages</a:t>
            </a:r>
          </a:p>
          <a:p>
            <a:r>
              <a:rPr lang="en-GB" dirty="0"/>
              <a:t>Examples: Accessing Posit workbench and trainings </a:t>
            </a:r>
          </a:p>
          <a:p>
            <a:r>
              <a:rPr lang="en-GB" dirty="0"/>
              <a:t>Questions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4372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6983C19-387D-8E02-75D5-C9BD08617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5EF0A84-1517-4E21-3C15-580D0218C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4 weeks of R basics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100"/>
              <a:t>6 weeks of R for SDTM/</a:t>
            </a:r>
            <a:r>
              <a:rPr lang="en-GB" sz="2100" err="1"/>
              <a:t>ADaM</a:t>
            </a:r>
            <a:endParaRPr lang="en-GB" sz="21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100" dirty="0"/>
              <a:t>5 weeks of R for TLFs </a:t>
            </a:r>
            <a:endParaRPr lang="en-GB" sz="2100" dirty="0"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All training is available through </a:t>
            </a:r>
            <a:r>
              <a:rPr lang="en-GB" dirty="0" err="1"/>
              <a:t>Sharepoint</a:t>
            </a: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Each topic will include a self-paced training and a set of exercises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9832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2A180F-63AF-50A1-919F-6816B1E7E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Schedule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1D5861-F758-79C5-A6AD-DD689E71D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53943"/>
            <a:ext cx="5486400" cy="4216323"/>
          </a:xfrm>
        </p:spPr>
        <p:txBody>
          <a:bodyPr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Week 1: </a:t>
            </a:r>
          </a:p>
          <a:p>
            <a:pPr marL="728124" lvl="2" indent="-342900"/>
            <a:r>
              <a:rPr lang="en-GB" sz="1400" dirty="0"/>
              <a:t>Introduction meeting</a:t>
            </a:r>
          </a:p>
          <a:p>
            <a:pPr marL="728124" lvl="2" indent="-342900"/>
            <a:r>
              <a:rPr lang="en-GB" sz="1400" dirty="0"/>
              <a:t>Assigning Values, Vectors, Logical tests and Boolean Operators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Week 2: </a:t>
            </a:r>
          </a:p>
          <a:p>
            <a:pPr marL="728124" lvl="2" indent="-342900"/>
            <a:r>
              <a:rPr lang="en-GB" sz="1400" dirty="0"/>
              <a:t>Q&amp;A meeting</a:t>
            </a:r>
          </a:p>
          <a:p>
            <a:pPr marL="728124" lvl="2" indent="-342900"/>
            <a:r>
              <a:rPr lang="en-GB" sz="1400" dirty="0"/>
              <a:t>Chaining Functions </a:t>
            </a:r>
          </a:p>
          <a:p>
            <a:pPr marL="728124" lvl="2" indent="-342900"/>
            <a:r>
              <a:rPr lang="en-GB" sz="1400" dirty="0"/>
              <a:t>Strings and Arguments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Week 3: </a:t>
            </a:r>
          </a:p>
          <a:p>
            <a:pPr marL="728124" lvl="2" indent="-342900"/>
            <a:r>
              <a:rPr lang="en-GB" sz="1400" dirty="0"/>
              <a:t>Q&amp;A meeting </a:t>
            </a:r>
          </a:p>
          <a:p>
            <a:pPr marL="728124" lvl="2" indent="-342900"/>
            <a:r>
              <a:rPr lang="en-GB" sz="1400" dirty="0"/>
              <a:t>Mutate, Summarise and </a:t>
            </a:r>
            <a:r>
              <a:rPr lang="en-GB" sz="1400" dirty="0" err="1"/>
              <a:t>Group_by</a:t>
            </a:r>
            <a:endParaRPr lang="en-GB" sz="1400" dirty="0"/>
          </a:p>
          <a:p>
            <a:pPr marL="342900" indent="-342900"/>
            <a:endParaRPr lang="en-GB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2E929AF7-36A1-EB02-A974-952A64846D5B}"/>
              </a:ext>
            </a:extLst>
          </p:cNvPr>
          <p:cNvSpPr txBox="1">
            <a:spLocks/>
          </p:cNvSpPr>
          <p:nvPr/>
        </p:nvSpPr>
        <p:spPr>
          <a:xfrm>
            <a:off x="6096000" y="1553942"/>
            <a:ext cx="5486400" cy="421632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377" rtl="0" eaLnBrk="1" latinLnBrk="0" hangingPunct="1">
              <a:lnSpc>
                <a:spcPct val="95000"/>
              </a:lnSpc>
              <a:spcBef>
                <a:spcPts val="1067"/>
              </a:spcBef>
              <a:buFont typeface="Arial" panose="020B0604020202020204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4513" indent="-154513" algn="l" defTabSz="914377" rtl="0" eaLnBrk="1" latinLnBrk="0" hangingPunct="1">
              <a:lnSpc>
                <a:spcPct val="95000"/>
              </a:lnSpc>
              <a:spcBef>
                <a:spcPts val="533"/>
              </a:spcBef>
              <a:buFont typeface="Arial" panose="020B0604020202020204" pitchFamily="34" charset="0"/>
              <a:buChar char="•"/>
              <a:tabLst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5224" indent="-230712" algn="l" defTabSz="914377" rtl="0" eaLnBrk="1" latinLnBrk="0" hangingPunct="1">
              <a:lnSpc>
                <a:spcPct val="95000"/>
              </a:lnSpc>
              <a:spcBef>
                <a:spcPts val="267"/>
              </a:spcBef>
              <a:buFont typeface="Arial" panose="020B0604020202020204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7620" indent="-152396" algn="l" defTabSz="914377" rtl="0" eaLnBrk="1" latinLnBrk="0" hangingPunct="1">
              <a:lnSpc>
                <a:spcPct val="95000"/>
              </a:lnSpc>
              <a:spcBef>
                <a:spcPts val="267"/>
              </a:spcBef>
              <a:buFont typeface="Arial" panose="020B0604020202020204" pitchFamily="34" charset="0"/>
              <a:buChar char="•"/>
              <a:tabLst/>
              <a:defRPr sz="1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1550" indent="-143930" algn="l" defTabSz="914377" rtl="0" eaLnBrk="1" latinLnBrk="0" hangingPunct="1">
              <a:lnSpc>
                <a:spcPct val="95000"/>
              </a:lnSpc>
              <a:spcBef>
                <a:spcPts val="267"/>
              </a:spcBef>
              <a:buFont typeface="Arial" panose="020B0604020202020204" pitchFamily="34" charset="0"/>
              <a:buChar char="–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Week 4: </a:t>
            </a:r>
          </a:p>
          <a:p>
            <a:pPr marL="728124" lvl="2" indent="-342900"/>
            <a:r>
              <a:rPr lang="en-GB" sz="1400" dirty="0"/>
              <a:t>Q&amp;A meeting</a:t>
            </a:r>
          </a:p>
          <a:p>
            <a:pPr marL="728124" lvl="2" indent="-342900"/>
            <a:r>
              <a:rPr lang="en-GB" sz="1400" dirty="0"/>
              <a:t>Types of Data, Filter Rows and NAs</a:t>
            </a:r>
          </a:p>
          <a:p>
            <a:pPr marL="728124" lvl="2" indent="-342900"/>
            <a:r>
              <a:rPr lang="en-GB" sz="1400" dirty="0"/>
              <a:t>Chaining Functions with Datasets </a:t>
            </a: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Week 5: </a:t>
            </a:r>
          </a:p>
          <a:p>
            <a:pPr marL="728124" lvl="2" indent="-342900"/>
            <a:r>
              <a:rPr lang="en-GB" sz="1400" dirty="0"/>
              <a:t>Q&amp;A meeting</a:t>
            </a:r>
          </a:p>
          <a:p>
            <a:pPr marL="728124" lvl="2" indent="-342900"/>
            <a:r>
              <a:rPr lang="en-GB" sz="1400" dirty="0"/>
              <a:t>SDTM/</a:t>
            </a:r>
            <a:r>
              <a:rPr lang="en-GB" sz="1400" dirty="0" err="1"/>
              <a:t>ADaM</a:t>
            </a:r>
            <a:r>
              <a:rPr lang="en-GB" sz="1400" dirty="0"/>
              <a:t> training to begin </a:t>
            </a:r>
          </a:p>
          <a:p>
            <a:pPr marL="342900" indent="-34290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205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174D2-C68D-68F8-35F2-8933D5D799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cs typeface="Arial"/>
              </a:rPr>
              <a:t>Example: </a:t>
            </a:r>
            <a:br>
              <a:rPr lang="en-GB" dirty="0">
                <a:cs typeface="Arial"/>
              </a:rPr>
            </a:br>
            <a:r>
              <a:rPr lang="en-GB" dirty="0">
                <a:cs typeface="Arial"/>
              </a:rPr>
              <a:t>Accessing trainings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838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E8BC58-9772-D668-C9B5-8E0B94217D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 Interface</a:t>
            </a:r>
          </a:p>
        </p:txBody>
      </p:sp>
    </p:spTree>
    <p:extLst>
      <p:ext uri="{BB962C8B-B14F-4D97-AF65-F5344CB8AC3E}">
        <p14:creationId xmlns:p14="http://schemas.microsoft.com/office/powerpoint/2010/main" val="2813394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960904-CF0A-324A-D1BC-96B0DD395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 Workbench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45FA2E-04EA-36B9-E390-BE7D31A0E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endParaRPr lang="en-GB" dirty="0">
              <a:hlinkClick r:id="rId3"/>
            </a:endParaRPr>
          </a:p>
          <a:p>
            <a:r>
              <a:rPr lang="en-GB" dirty="0"/>
              <a:t>Instructions on how to access Posit Workbench can be found at this link: </a:t>
            </a:r>
            <a:endParaRPr lang="en-GB" dirty="0">
              <a:hlinkClick r:id="rId3"/>
            </a:endParaRPr>
          </a:p>
          <a:p>
            <a:r>
              <a:rPr lang="en-GB" sz="2100" dirty="0">
                <a:ea typeface="+mn-lt"/>
                <a:cs typeface="+mn-lt"/>
                <a:hlinkClick r:id="rId4"/>
              </a:rPr>
              <a:t>user_guide - Default</a:t>
            </a:r>
            <a:endParaRPr lang="en-GB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236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674DDD-7B75-D157-01AF-092A0792F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851" y="877455"/>
            <a:ext cx="9330298" cy="476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6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5011AC-B7B5-C49E-B741-C863EF956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171" y="1165720"/>
            <a:ext cx="9047658" cy="45265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BF809FD-F026-3B39-5F0D-1AF1379831CE}"/>
              </a:ext>
            </a:extLst>
          </p:cNvPr>
          <p:cNvSpPr/>
          <p:nvPr/>
        </p:nvSpPr>
        <p:spPr>
          <a:xfrm>
            <a:off x="1572170" y="1653639"/>
            <a:ext cx="4623442" cy="228138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89E3C-5C8B-E2E3-6F58-C7C4477E05EA}"/>
              </a:ext>
            </a:extLst>
          </p:cNvPr>
          <p:cNvSpPr/>
          <p:nvPr/>
        </p:nvSpPr>
        <p:spPr>
          <a:xfrm>
            <a:off x="5643409" y="1643247"/>
            <a:ext cx="552203" cy="506516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644452-7D89-0AD3-D81A-69F9734BA8D7}"/>
              </a:ext>
            </a:extLst>
          </p:cNvPr>
          <p:cNvSpPr/>
          <p:nvPr/>
        </p:nvSpPr>
        <p:spPr>
          <a:xfrm>
            <a:off x="6204848" y="1653639"/>
            <a:ext cx="4414981" cy="1468581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A45C55-0C28-34A8-003A-5AD304900B46}"/>
              </a:ext>
            </a:extLst>
          </p:cNvPr>
          <p:cNvSpPr/>
          <p:nvPr/>
        </p:nvSpPr>
        <p:spPr>
          <a:xfrm>
            <a:off x="10084120" y="1653638"/>
            <a:ext cx="535710" cy="496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4076C3-E23E-B9B2-B89A-565F7640DCB8}"/>
              </a:ext>
            </a:extLst>
          </p:cNvPr>
          <p:cNvSpPr/>
          <p:nvPr/>
        </p:nvSpPr>
        <p:spPr>
          <a:xfrm>
            <a:off x="6195612" y="3122221"/>
            <a:ext cx="4424218" cy="2542186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8F12A2-625E-DAA7-B62C-DC3F61C9FAAC}"/>
              </a:ext>
            </a:extLst>
          </p:cNvPr>
          <p:cNvSpPr/>
          <p:nvPr/>
        </p:nvSpPr>
        <p:spPr>
          <a:xfrm>
            <a:off x="10084120" y="3122220"/>
            <a:ext cx="535709" cy="489528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BDD857-684D-5A3F-28F7-29EC562A97AE}"/>
              </a:ext>
            </a:extLst>
          </p:cNvPr>
          <p:cNvSpPr/>
          <p:nvPr/>
        </p:nvSpPr>
        <p:spPr>
          <a:xfrm>
            <a:off x="1572170" y="3945413"/>
            <a:ext cx="4623442" cy="171899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A45B00-86F8-FF6A-2CB2-289D0B13748C}"/>
              </a:ext>
            </a:extLst>
          </p:cNvPr>
          <p:cNvSpPr/>
          <p:nvPr/>
        </p:nvSpPr>
        <p:spPr>
          <a:xfrm>
            <a:off x="5644399" y="3945413"/>
            <a:ext cx="552203" cy="50540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306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FAC8AF6-9A38-8D76-1C6D-3AC3FBD36DC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2"/>
          <a:srcRect l="173" t="9580" r="49080" b="39636"/>
          <a:stretch/>
        </p:blipFill>
        <p:spPr>
          <a:xfrm>
            <a:off x="1376362" y="947267"/>
            <a:ext cx="9439275" cy="49625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A8526BA-7803-84BB-8464-3E189AC0461A}"/>
              </a:ext>
            </a:extLst>
          </p:cNvPr>
          <p:cNvSpPr/>
          <p:nvPr/>
        </p:nvSpPr>
        <p:spPr>
          <a:xfrm>
            <a:off x="1377043" y="947269"/>
            <a:ext cx="9437915" cy="496346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2B5F4C-D93B-9315-EAAC-EF2538B110CE}"/>
              </a:ext>
            </a:extLst>
          </p:cNvPr>
          <p:cNvSpPr/>
          <p:nvPr/>
        </p:nvSpPr>
        <p:spPr>
          <a:xfrm>
            <a:off x="10069286" y="946328"/>
            <a:ext cx="745671" cy="674704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10663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07C6AF-6CE9-C003-8602-2D4ABE32F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962" y="1987573"/>
            <a:ext cx="7927848" cy="288285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A07238E-B666-F265-E201-394E4530DC48}"/>
              </a:ext>
            </a:extLst>
          </p:cNvPr>
          <p:cNvSpPr txBox="1">
            <a:spLocks/>
          </p:cNvSpPr>
          <p:nvPr/>
        </p:nvSpPr>
        <p:spPr>
          <a:xfrm>
            <a:off x="849086" y="564471"/>
            <a:ext cx="10515600" cy="5016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67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dirty="0"/>
              <a:t>Opening a new R file </a:t>
            </a:r>
          </a:p>
        </p:txBody>
      </p:sp>
    </p:spTree>
    <p:extLst>
      <p:ext uri="{BB962C8B-B14F-4D97-AF65-F5344CB8AC3E}">
        <p14:creationId xmlns:p14="http://schemas.microsoft.com/office/powerpoint/2010/main" val="15633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51BB6AC-B7DF-AACF-1115-113E963AB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42" y="1504950"/>
            <a:ext cx="10952116" cy="38480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0811EE4-505A-5BFC-28FE-615CFE24913D}"/>
              </a:ext>
            </a:extLst>
          </p:cNvPr>
          <p:cNvSpPr/>
          <p:nvPr/>
        </p:nvSpPr>
        <p:spPr>
          <a:xfrm>
            <a:off x="619941" y="1504950"/>
            <a:ext cx="10952115" cy="3848099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3DD911-5172-5A84-BDD8-4250EDA0B85F}"/>
              </a:ext>
            </a:extLst>
          </p:cNvPr>
          <p:cNvSpPr/>
          <p:nvPr/>
        </p:nvSpPr>
        <p:spPr>
          <a:xfrm>
            <a:off x="10955876" y="1504950"/>
            <a:ext cx="616180" cy="567538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2505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159747-6768-F813-591E-05896E6A2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08" y="1372020"/>
            <a:ext cx="10492783" cy="411395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01891D9-86CD-A5B6-3EED-A68466FE4B8C}"/>
              </a:ext>
            </a:extLst>
          </p:cNvPr>
          <p:cNvSpPr/>
          <p:nvPr/>
        </p:nvSpPr>
        <p:spPr>
          <a:xfrm>
            <a:off x="849608" y="1372019"/>
            <a:ext cx="10492782" cy="411395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512437-B3A6-3C8D-9014-3EC856C357DC}"/>
              </a:ext>
            </a:extLst>
          </p:cNvPr>
          <p:cNvSpPr/>
          <p:nvPr/>
        </p:nvSpPr>
        <p:spPr>
          <a:xfrm>
            <a:off x="10746084" y="1372018"/>
            <a:ext cx="596306" cy="54386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82192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6B5A81-C779-8FD8-159A-B3C7C755D5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975" t="48528"/>
          <a:stretch/>
        </p:blipFill>
        <p:spPr>
          <a:xfrm>
            <a:off x="1694687" y="524181"/>
            <a:ext cx="8802625" cy="511705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15765DE-1DC6-F8AE-B5BB-D19B429F76FF}"/>
              </a:ext>
            </a:extLst>
          </p:cNvPr>
          <p:cNvSpPr/>
          <p:nvPr/>
        </p:nvSpPr>
        <p:spPr>
          <a:xfrm>
            <a:off x="1694687" y="524181"/>
            <a:ext cx="8802626" cy="5117056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47175A-484D-6F3E-4209-7CD16D682AB1}"/>
              </a:ext>
            </a:extLst>
          </p:cNvPr>
          <p:cNvSpPr/>
          <p:nvPr/>
        </p:nvSpPr>
        <p:spPr>
          <a:xfrm>
            <a:off x="9822398" y="526370"/>
            <a:ext cx="674914" cy="59871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87BFA7-FFEF-959A-04F6-B6AE7CF99804}"/>
              </a:ext>
            </a:extLst>
          </p:cNvPr>
          <p:cNvSpPr/>
          <p:nvPr/>
        </p:nvSpPr>
        <p:spPr>
          <a:xfrm>
            <a:off x="2695300" y="524181"/>
            <a:ext cx="801189" cy="29659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99CF41-89AB-6A67-66F1-0F29FB6B30F3}"/>
              </a:ext>
            </a:extLst>
          </p:cNvPr>
          <p:cNvSpPr/>
          <p:nvPr/>
        </p:nvSpPr>
        <p:spPr>
          <a:xfrm>
            <a:off x="3496489" y="528898"/>
            <a:ext cx="479407" cy="29659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191EE4-3D23-1480-C0CA-8670D95F7C0F}"/>
              </a:ext>
            </a:extLst>
          </p:cNvPr>
          <p:cNvSpPr/>
          <p:nvPr/>
        </p:nvSpPr>
        <p:spPr>
          <a:xfrm>
            <a:off x="4096507" y="807286"/>
            <a:ext cx="801189" cy="22860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endParaRPr lang="en-GB" sz="1200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744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5828AFD-8BB8-337D-A7D5-42AF814A50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Example: </a:t>
            </a:r>
            <a:br>
              <a:rPr lang="en-GB" dirty="0"/>
            </a:br>
            <a:r>
              <a:rPr lang="en-GB" dirty="0"/>
              <a:t>Accessing Posit workbench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C2E56DDD-A718-CF84-7B8B-1D32BB4324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67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2B1657-5BA7-8F8E-CBBF-FB7E49F69C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Packages</a:t>
            </a:r>
          </a:p>
        </p:txBody>
      </p:sp>
    </p:spTree>
    <p:extLst>
      <p:ext uri="{BB962C8B-B14F-4D97-AF65-F5344CB8AC3E}">
        <p14:creationId xmlns:p14="http://schemas.microsoft.com/office/powerpoint/2010/main" val="2135081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A82AD-D688-2C47-9D55-E7447524F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EDF1-2B57-1520-3A88-A9F9E8942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8799" y="2095345"/>
            <a:ext cx="7213600" cy="2374232"/>
          </a:xfrm>
        </p:spPr>
        <p:txBody>
          <a:bodyPr/>
          <a:lstStyle/>
          <a:p>
            <a:r>
              <a:rPr lang="en-GB" dirty="0"/>
              <a:t>Open-source packages </a:t>
            </a:r>
          </a:p>
          <a:p>
            <a:r>
              <a:rPr lang="en-GB" dirty="0"/>
              <a:t>Each package contains functions</a:t>
            </a:r>
          </a:p>
          <a:p>
            <a:r>
              <a:rPr lang="en-GB" dirty="0"/>
              <a:t>E.g. package </a:t>
            </a:r>
            <a:r>
              <a:rPr lang="en-GB" i="1" dirty="0"/>
              <a:t>haven</a:t>
            </a:r>
            <a:r>
              <a:rPr lang="en-GB" dirty="0"/>
              <a:t> includes function </a:t>
            </a:r>
            <a:r>
              <a:rPr lang="en-GB" i="1" dirty="0" err="1"/>
              <a:t>read_sas</a:t>
            </a:r>
            <a:r>
              <a:rPr lang="en-GB" i="1" dirty="0"/>
              <a:t>()</a:t>
            </a:r>
          </a:p>
          <a:p>
            <a:r>
              <a:rPr lang="en-GB" dirty="0"/>
              <a:t>Follow ‘</a:t>
            </a:r>
            <a:r>
              <a:rPr lang="en-GB" sz="2000" i="1" dirty="0"/>
              <a:t>SH: 3924.00 (SOP), R Package Request, Installation, Validation and Release</a:t>
            </a:r>
            <a:r>
              <a:rPr lang="en-GB" i="1" dirty="0"/>
              <a:t>’ </a:t>
            </a:r>
            <a:r>
              <a:rPr lang="en-GB" dirty="0"/>
              <a:t>to get new packages approved </a:t>
            </a:r>
          </a:p>
          <a:p>
            <a:r>
              <a:rPr lang="en-GB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0122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1A01C-76CB-747E-9AB6-96C60FE48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Installing and 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72243-CF0C-8DAC-5485-C15945EBB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8799" y="2009468"/>
            <a:ext cx="7213600" cy="2545985"/>
          </a:xfrm>
        </p:spPr>
        <p:txBody>
          <a:bodyPr/>
          <a:lstStyle/>
          <a:p>
            <a:r>
              <a:rPr lang="en-GB" dirty="0"/>
              <a:t>Each package needs to be installed once</a:t>
            </a:r>
          </a:p>
          <a:p>
            <a:r>
              <a:rPr lang="en-GB" i="1" dirty="0" err="1"/>
              <a:t>install.packages</a:t>
            </a:r>
            <a:r>
              <a:rPr lang="en-GB" i="1" dirty="0"/>
              <a:t>(“haven”)</a:t>
            </a:r>
          </a:p>
          <a:p>
            <a:r>
              <a:rPr lang="en-GB" dirty="0"/>
              <a:t>Each package needs to be loaded at the beginning of every program </a:t>
            </a:r>
          </a:p>
          <a:p>
            <a:r>
              <a:rPr lang="en-GB" i="1" dirty="0"/>
              <a:t>library(haven) </a:t>
            </a:r>
          </a:p>
          <a:p>
            <a:r>
              <a:rPr lang="en-GB" i="1" dirty="0"/>
              <a:t>haven::</a:t>
            </a:r>
            <a:r>
              <a:rPr lang="en-GB" i="1" dirty="0" err="1"/>
              <a:t>read_sas</a:t>
            </a:r>
            <a:r>
              <a:rPr lang="en-GB" i="1" dirty="0"/>
              <a:t>()</a:t>
            </a:r>
          </a:p>
          <a:p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306502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0E07313-0CAF-BE41-2E09-27695312A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554" y="1825625"/>
            <a:ext cx="6496597" cy="415560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04426A1-5C6F-04AC-EF41-9CB43FA0CA16}"/>
              </a:ext>
            </a:extLst>
          </p:cNvPr>
          <p:cNvSpPr/>
          <p:nvPr/>
        </p:nvSpPr>
        <p:spPr>
          <a:xfrm>
            <a:off x="4464554" y="1844446"/>
            <a:ext cx="6496597" cy="4155606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E860D4-46C8-9F80-DFCE-3E7160C75F2F}"/>
              </a:ext>
            </a:extLst>
          </p:cNvPr>
          <p:cNvSpPr/>
          <p:nvPr/>
        </p:nvSpPr>
        <p:spPr>
          <a:xfrm>
            <a:off x="10326641" y="1825625"/>
            <a:ext cx="634510" cy="56859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4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040D36B-7DFB-5F46-7DCA-217E06782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Help pages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D4F5DAE-7520-1B5A-6EF9-3E73F192F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554" y="1176401"/>
            <a:ext cx="9730302" cy="4351338"/>
          </a:xfrm>
        </p:spPr>
        <p:txBody>
          <a:bodyPr/>
          <a:lstStyle/>
          <a:p>
            <a:r>
              <a:rPr lang="en-GB" i="1" dirty="0"/>
              <a:t>?</a:t>
            </a:r>
            <a:r>
              <a:rPr lang="en-GB" i="1" dirty="0" err="1"/>
              <a:t>read_sas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336495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B27EE5-007F-3A9E-4509-CCA54E094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336" y="585831"/>
            <a:ext cx="8747325" cy="51925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7FD03FD-E6DA-6319-3DB8-34EC6FA06401}"/>
              </a:ext>
            </a:extLst>
          </p:cNvPr>
          <p:cNvSpPr/>
          <p:nvPr/>
        </p:nvSpPr>
        <p:spPr>
          <a:xfrm>
            <a:off x="1722336" y="595590"/>
            <a:ext cx="8747325" cy="519256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36A282-3F7D-51BC-6B0A-73A7E6F1DF4C}"/>
              </a:ext>
            </a:extLst>
          </p:cNvPr>
          <p:cNvSpPr/>
          <p:nvPr/>
        </p:nvSpPr>
        <p:spPr>
          <a:xfrm>
            <a:off x="9835151" y="585831"/>
            <a:ext cx="634510" cy="56859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2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0519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5828AFD-8BB8-337D-A7D5-42AF814A50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Any Questions?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2799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4784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nternal Syneos Health 16x9 Template">
  <a:themeElements>
    <a:clrScheme name="Syneos Health">
      <a:dk1>
        <a:srgbClr val="000000"/>
      </a:dk1>
      <a:lt1>
        <a:srgbClr val="EB3300"/>
      </a:lt1>
      <a:dk2>
        <a:srgbClr val="FFFFFF"/>
      </a:dk2>
      <a:lt2>
        <a:srgbClr val="BBBCBC"/>
      </a:lt2>
      <a:accent1>
        <a:srgbClr val="EB3300"/>
      </a:accent1>
      <a:accent2>
        <a:srgbClr val="63666A"/>
      </a:accent2>
      <a:accent3>
        <a:srgbClr val="FF9E1B"/>
      </a:accent3>
      <a:accent4>
        <a:srgbClr val="FF671F"/>
      </a:accent4>
      <a:accent5>
        <a:srgbClr val="002E5D"/>
      </a:accent5>
      <a:accent6>
        <a:srgbClr val="0076A5"/>
      </a:accent6>
      <a:hlink>
        <a:srgbClr val="0076A5"/>
      </a:hlink>
      <a:folHlink>
        <a:srgbClr val="A6192E"/>
      </a:folHlink>
    </a:clrScheme>
    <a:fontScheme name="Custom 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defRPr sz="1200" dirty="0" err="1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600"/>
          </a:spcBef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1ea8e73-86d3-4570-9767-9c15f9fac1b0" xsi:nil="true"/>
    <lcf76f155ced4ddcb4097134ff3c332f xmlns="7350c931-7fde-400a-bf14-2b3e39529b57">
      <Terms xmlns="http://schemas.microsoft.com/office/infopath/2007/PartnerControls"/>
    </lcf76f155ced4ddcb4097134ff3c332f>
    <High_x002d_LevelDetails xmlns="7350c931-7fde-400a-bf14-2b3e39529b5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A0E08FBB5B7240BD146D119344386D" ma:contentTypeVersion="16" ma:contentTypeDescription="Create a new document." ma:contentTypeScope="" ma:versionID="87928e6ffc01ed7e9bf2996690ce8fa9">
  <xsd:schema xmlns:xsd="http://www.w3.org/2001/XMLSchema" xmlns:xs="http://www.w3.org/2001/XMLSchema" xmlns:p="http://schemas.microsoft.com/office/2006/metadata/properties" xmlns:ns2="7350c931-7fde-400a-bf14-2b3e39529b57" xmlns:ns3="51ea8e73-86d3-4570-9767-9c15f9fac1b0" targetNamespace="http://schemas.microsoft.com/office/2006/metadata/properties" ma:root="true" ma:fieldsID="14b716f82701c4984f5c31a24bdad897" ns2:_="" ns3:_="">
    <xsd:import namespace="7350c931-7fde-400a-bf14-2b3e39529b57"/>
    <xsd:import namespace="51ea8e73-86d3-4570-9767-9c15f9fac1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High_x002d_Level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50c931-7fde-400a-bf14-2b3e39529b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8aec5887-daab-4316-8b81-7ef05b7293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High_x002d_LevelDetails" ma:index="23" nillable="true" ma:displayName="High-Level Details" ma:format="Dropdown" ma:internalName="High_x002d_LevelDetail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ea8e73-86d3-4570-9767-9c15f9fac1b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d1312ba-47e6-4c0e-a3de-d28db0d1ffa9}" ma:internalName="TaxCatchAll" ma:showField="CatchAllData" ma:web="51ea8e73-86d3-4570-9767-9c15f9fac1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F7640A-9A93-4E00-B3E9-44CB63B7D0BC}">
  <ds:schemaRefs>
    <ds:schemaRef ds:uri="http://schemas.microsoft.com/office/2006/metadata/properties"/>
    <ds:schemaRef ds:uri="http://purl.org/dc/terms/"/>
    <ds:schemaRef ds:uri="http://purl.org/dc/elements/1.1/"/>
    <ds:schemaRef ds:uri="http://schemas.openxmlformats.org/package/2006/metadata/core-properties"/>
    <ds:schemaRef ds:uri="7350c931-7fde-400a-bf14-2b3e39529b57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51ea8e73-86d3-4570-9767-9c15f9fac1b0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F9C80F9-32CA-4451-81FC-F5BB0FACC8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742AEA-477F-4F1A-8323-5739869F7E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50c931-7fde-400a-bf14-2b3e39529b57"/>
    <ds:schemaRef ds:uri="51ea8e73-86d3-4570-9767-9c15f9fac1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2024 PowerPoint for Confidential Authorized Use</Template>
  <TotalTime>1401</TotalTime>
  <Words>287</Words>
  <Application>Microsoft Office PowerPoint</Application>
  <PresentationFormat>Widescreen</PresentationFormat>
  <Paragraphs>74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Calibri</vt:lpstr>
      <vt:lpstr>Calibri Light</vt:lpstr>
      <vt:lpstr>Internal Syneos Health 16x9 Template</vt:lpstr>
      <vt:lpstr>Custom Design</vt:lpstr>
      <vt:lpstr>R Training 2024</vt:lpstr>
      <vt:lpstr>PowerPoint Presentation</vt:lpstr>
      <vt:lpstr>Introduction</vt:lpstr>
      <vt:lpstr>Schedule</vt:lpstr>
      <vt:lpstr>Example:  Accessing trainings</vt:lpstr>
      <vt:lpstr>R Interface</vt:lpstr>
      <vt:lpstr>Posit Workbench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 Accessing Posit workbench</vt:lpstr>
      <vt:lpstr>Packages</vt:lpstr>
      <vt:lpstr>Packages</vt:lpstr>
      <vt:lpstr>Installing and Loading</vt:lpstr>
      <vt:lpstr>Help pages</vt:lpstr>
      <vt:lpstr>PowerPoint Presentation</vt:lpstr>
      <vt:lpstr>Any Questions?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Interface and Packages</dc:title>
  <dc:creator>Crawford, Leah</dc:creator>
  <cp:lastModifiedBy>Rodda, Lavanya</cp:lastModifiedBy>
  <cp:revision>35</cp:revision>
  <dcterms:created xsi:type="dcterms:W3CDTF">2024-05-28T12:30:51Z</dcterms:created>
  <dcterms:modified xsi:type="dcterms:W3CDTF">2026-02-20T05:40:02Z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0x010100BAA0E08FBB5B7240BD146D119344386D</vt:lpwstr>
  </property>
  <property fmtid="{D5CDD505-2E9C-101B-9397-08002B2CF9AE}" pid="3" name="MediaServiceImageTags">
    <vt:lpwstr/>
  </property>
</Properties>
</file>